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Lst>
  <p:notesMasterIdLst>
    <p:notesMasterId r:id="rId39"/>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91"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Lst>
  <p:sldSz cx="9144000" cy="6858000" type="screen4x3"/>
  <p:notesSz cx="9144000" cy="6858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A1CA7A9-AF5B-5060-83C0-697EBB448FD5}" v="38" dt="2025-09-11T11:20:32.14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1446"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notesMaster" Target="notesMasters/notesMaster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microsoft.com/office/2015/10/relationships/revisionInfo" Target="revisionInfo.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2" name="PlaceHolder 1"/>
          <p:cNvSpPr>
            <a:spLocks noGrp="1" noRot="1" noChangeAspect="1"/>
          </p:cNvSpPr>
          <p:nvPr>
            <p:ph type="sldImg"/>
          </p:nvPr>
        </p:nvSpPr>
        <p:spPr>
          <a:xfrm>
            <a:off x="216000" y="812520"/>
            <a:ext cx="7127280" cy="4008960"/>
          </a:xfrm>
          <a:prstGeom prst="rect">
            <a:avLst/>
          </a:prstGeom>
        </p:spPr>
        <p:txBody>
          <a:bodyPr lIns="0" tIns="0" rIns="0" bIns="0" anchor="ctr">
            <a:noAutofit/>
          </a:bodyPr>
          <a:lstStyle/>
          <a:p>
            <a:r>
              <a:rPr lang="es-ES" sz="1800" b="0" strike="noStrike" spc="-1">
                <a:solidFill>
                  <a:srgbClr val="FFFFFF"/>
                </a:solidFill>
                <a:latin typeface="Constantia"/>
              </a:rPr>
              <a:t>Pulse para desplazar la diapositiva</a:t>
            </a:r>
          </a:p>
        </p:txBody>
      </p:sp>
      <p:sp>
        <p:nvSpPr>
          <p:cNvPr id="93" name="PlaceHolder 2"/>
          <p:cNvSpPr>
            <a:spLocks noGrp="1"/>
          </p:cNvSpPr>
          <p:nvPr>
            <p:ph type="body"/>
          </p:nvPr>
        </p:nvSpPr>
        <p:spPr>
          <a:xfrm>
            <a:off x="756000" y="5078520"/>
            <a:ext cx="6047640" cy="4811040"/>
          </a:xfrm>
          <a:prstGeom prst="rect">
            <a:avLst/>
          </a:prstGeom>
        </p:spPr>
        <p:txBody>
          <a:bodyPr lIns="0" tIns="0" rIns="0" bIns="0">
            <a:noAutofit/>
          </a:bodyPr>
          <a:lstStyle/>
          <a:p>
            <a:r>
              <a:rPr lang="es-ES" sz="2000" b="0" strike="noStrike" spc="-1">
                <a:latin typeface="Arial"/>
              </a:rPr>
              <a:t>Pulse para editar el formato de las notas</a:t>
            </a:r>
          </a:p>
        </p:txBody>
      </p:sp>
      <p:sp>
        <p:nvSpPr>
          <p:cNvPr id="94" name="PlaceHolder 3"/>
          <p:cNvSpPr>
            <a:spLocks noGrp="1"/>
          </p:cNvSpPr>
          <p:nvPr>
            <p:ph type="hdr"/>
          </p:nvPr>
        </p:nvSpPr>
        <p:spPr>
          <a:xfrm>
            <a:off x="0" y="0"/>
            <a:ext cx="3280680" cy="534240"/>
          </a:xfrm>
          <a:prstGeom prst="rect">
            <a:avLst/>
          </a:prstGeom>
        </p:spPr>
        <p:txBody>
          <a:bodyPr lIns="0" tIns="0" rIns="0" bIns="0">
            <a:noAutofit/>
          </a:bodyPr>
          <a:lstStyle/>
          <a:p>
            <a:r>
              <a:rPr lang="es-ES" sz="1400" b="0" strike="noStrike" spc="-1">
                <a:latin typeface="Times New Roman"/>
              </a:rPr>
              <a:t>&lt;cabecera&gt;</a:t>
            </a:r>
          </a:p>
        </p:txBody>
      </p:sp>
      <p:sp>
        <p:nvSpPr>
          <p:cNvPr id="95" name="PlaceHolder 4"/>
          <p:cNvSpPr>
            <a:spLocks noGrp="1"/>
          </p:cNvSpPr>
          <p:nvPr>
            <p:ph type="dt"/>
          </p:nvPr>
        </p:nvSpPr>
        <p:spPr>
          <a:xfrm>
            <a:off x="4278960" y="0"/>
            <a:ext cx="3280680" cy="534240"/>
          </a:xfrm>
          <a:prstGeom prst="rect">
            <a:avLst/>
          </a:prstGeom>
        </p:spPr>
        <p:txBody>
          <a:bodyPr lIns="0" tIns="0" rIns="0" bIns="0">
            <a:noAutofit/>
          </a:bodyPr>
          <a:lstStyle/>
          <a:p>
            <a:pPr algn="r"/>
            <a:r>
              <a:rPr lang="es-ES" sz="1400" b="0" strike="noStrike" spc="-1">
                <a:latin typeface="Times New Roman"/>
              </a:rPr>
              <a:t>&lt;fecha/hora&gt;</a:t>
            </a:r>
          </a:p>
        </p:txBody>
      </p:sp>
      <p:sp>
        <p:nvSpPr>
          <p:cNvPr id="96" name="PlaceHolder 5"/>
          <p:cNvSpPr>
            <a:spLocks noGrp="1"/>
          </p:cNvSpPr>
          <p:nvPr>
            <p:ph type="ftr"/>
          </p:nvPr>
        </p:nvSpPr>
        <p:spPr>
          <a:xfrm>
            <a:off x="0" y="10157400"/>
            <a:ext cx="3280680" cy="534240"/>
          </a:xfrm>
          <a:prstGeom prst="rect">
            <a:avLst/>
          </a:prstGeom>
        </p:spPr>
        <p:txBody>
          <a:bodyPr lIns="0" tIns="0" rIns="0" bIns="0" anchor="b">
            <a:noAutofit/>
          </a:bodyPr>
          <a:lstStyle/>
          <a:p>
            <a:r>
              <a:rPr lang="es-ES" sz="1400" b="0" strike="noStrike" spc="-1">
                <a:latin typeface="Times New Roman"/>
              </a:rPr>
              <a:t>&lt;pie de página&gt;</a:t>
            </a:r>
          </a:p>
        </p:txBody>
      </p:sp>
      <p:sp>
        <p:nvSpPr>
          <p:cNvPr id="97" name="PlaceHolder 6"/>
          <p:cNvSpPr>
            <a:spLocks noGrp="1"/>
          </p:cNvSpPr>
          <p:nvPr>
            <p:ph type="sldNum"/>
          </p:nvPr>
        </p:nvSpPr>
        <p:spPr>
          <a:xfrm>
            <a:off x="4278960" y="10157400"/>
            <a:ext cx="3280680" cy="534240"/>
          </a:xfrm>
          <a:prstGeom prst="rect">
            <a:avLst/>
          </a:prstGeom>
        </p:spPr>
        <p:txBody>
          <a:bodyPr lIns="0" tIns="0" rIns="0" bIns="0" anchor="b">
            <a:noAutofit/>
          </a:bodyPr>
          <a:lstStyle/>
          <a:p>
            <a:pPr algn="r"/>
            <a:fld id="{7B81DBCB-408F-4A2E-B861-9283D273048A}" type="slidenum">
              <a:rPr lang="es-ES" sz="1400" b="0" strike="noStrike" spc="-1">
                <a:latin typeface="Times New Roman"/>
              </a:rPr>
              <a:t>‹#›</a:t>
            </a:fld>
            <a:endParaRPr lang="es-ES" sz="1400" b="0" strike="noStrike" spc="-1">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 name="PlaceHolder 1"/>
          <p:cNvSpPr>
            <a:spLocks noGrp="1" noRot="1" noChangeAspect="1"/>
          </p:cNvSpPr>
          <p:nvPr>
            <p:ph type="sldImg"/>
          </p:nvPr>
        </p:nvSpPr>
        <p:spPr>
          <a:xfrm>
            <a:off x="2857680" y="514440"/>
            <a:ext cx="3428640" cy="2571480"/>
          </a:xfrm>
          <a:prstGeom prst="rect">
            <a:avLst/>
          </a:prstGeom>
        </p:spPr>
      </p:sp>
      <p:sp>
        <p:nvSpPr>
          <p:cNvPr id="243" name="PlaceHolder 2"/>
          <p:cNvSpPr>
            <a:spLocks noGrp="1"/>
          </p:cNvSpPr>
          <p:nvPr>
            <p:ph type="body"/>
          </p:nvPr>
        </p:nvSpPr>
        <p:spPr>
          <a:xfrm>
            <a:off x="914400" y="3257640"/>
            <a:ext cx="7314840" cy="3085920"/>
          </a:xfrm>
          <a:prstGeom prst="rect">
            <a:avLst/>
          </a:prstGeom>
        </p:spPr>
        <p:txBody>
          <a:bodyPr>
            <a:noAutofit/>
          </a:bodyPr>
          <a:lstStyle/>
          <a:p>
            <a:endParaRPr lang="es-ES" sz="2000" b="0" strike="noStrike" spc="-1">
              <a:latin typeface="Arial"/>
            </a:endParaRPr>
          </a:p>
        </p:txBody>
      </p:sp>
      <p:sp>
        <p:nvSpPr>
          <p:cNvPr id="244" name="Marcador de número de diapositiva 3"/>
          <p:cNvSpPr txBox="1"/>
          <p:nvPr/>
        </p:nvSpPr>
        <p:spPr>
          <a:xfrm>
            <a:off x="5179320" y="6513840"/>
            <a:ext cx="3962160" cy="342720"/>
          </a:xfrm>
          <a:prstGeom prst="rect">
            <a:avLst/>
          </a:prstGeom>
          <a:noFill/>
          <a:ln w="0">
            <a:noFill/>
          </a:ln>
        </p:spPr>
        <p:txBody>
          <a:bodyPr anchor="b">
            <a:noAutofit/>
          </a:bodyPr>
          <a:lstStyle/>
          <a:p>
            <a:pPr algn="r">
              <a:lnSpc>
                <a:spcPct val="100000"/>
              </a:lnSpc>
            </a:pPr>
            <a:fld id="{0AE361F5-4F09-4825-8D87-2E73E9055A12}" type="slidenum">
              <a:rPr lang="es-ES" sz="1200" b="0" strike="noStrike" spc="-1">
                <a:solidFill>
                  <a:srgbClr val="000000"/>
                </a:solidFill>
                <a:latin typeface="+mn-lt"/>
                <a:ea typeface="+mn-ea"/>
              </a:rPr>
              <a:t>1</a:t>
            </a:fld>
            <a:endParaRPr lang="es-ES" sz="1200" b="0" strike="noStrike" spc="-1">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0" name="PlaceHolder 1"/>
          <p:cNvSpPr>
            <a:spLocks noGrp="1"/>
          </p:cNvSpPr>
          <p:nvPr>
            <p:ph type="title"/>
          </p:nvPr>
        </p:nvSpPr>
        <p:spPr>
          <a:xfrm>
            <a:off x="457200" y="704160"/>
            <a:ext cx="8229240" cy="1142640"/>
          </a:xfrm>
          <a:prstGeom prst="rect">
            <a:avLst/>
          </a:prstGeom>
        </p:spPr>
        <p:txBody>
          <a:bodyPr lIns="0" tIns="0" rIns="0" bIns="0" anchor="ctr">
            <a:noAutofit/>
          </a:bodyPr>
          <a:lstStyle/>
          <a:p>
            <a:endParaRPr lang="es-ES" sz="1800" b="0" strike="noStrike" spc="-1">
              <a:solidFill>
                <a:srgbClr val="000000"/>
              </a:solidFill>
              <a:latin typeface="Constantia"/>
            </a:endParaRPr>
          </a:p>
        </p:txBody>
      </p:sp>
      <p:sp>
        <p:nvSpPr>
          <p:cNvPr id="11" name="PlaceHolder 2"/>
          <p:cNvSpPr>
            <a:spLocks noGrp="1"/>
          </p:cNvSpPr>
          <p:nvPr>
            <p:ph type="subTitle"/>
          </p:nvPr>
        </p:nvSpPr>
        <p:spPr>
          <a:xfrm>
            <a:off x="457200" y="1935360"/>
            <a:ext cx="8229240" cy="4388760"/>
          </a:xfrm>
          <a:prstGeom prst="rect">
            <a:avLst/>
          </a:prstGeom>
        </p:spPr>
        <p:txBody>
          <a:bodyPr lIns="0" tIns="0" rIns="0" bIns="0" anchor="ctr">
            <a:noAutofit/>
          </a:bodyPr>
          <a:lstStyle/>
          <a:p>
            <a:pPr algn="ctr"/>
            <a:endParaRPr lang="es-ES"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2" name="PlaceHolder 1"/>
          <p:cNvSpPr>
            <a:spLocks noGrp="1"/>
          </p:cNvSpPr>
          <p:nvPr>
            <p:ph type="title"/>
          </p:nvPr>
        </p:nvSpPr>
        <p:spPr>
          <a:xfrm>
            <a:off x="457200" y="704160"/>
            <a:ext cx="8229240" cy="1142640"/>
          </a:xfrm>
          <a:prstGeom prst="rect">
            <a:avLst/>
          </a:prstGeom>
        </p:spPr>
        <p:txBody>
          <a:bodyPr lIns="0" tIns="0" rIns="0" bIns="0" anchor="ctr">
            <a:noAutofit/>
          </a:bodyPr>
          <a:lstStyle/>
          <a:p>
            <a:endParaRPr lang="es-ES" sz="1800" b="0" strike="noStrike" spc="-1">
              <a:solidFill>
                <a:srgbClr val="000000"/>
              </a:solidFill>
              <a:latin typeface="Constantia"/>
            </a:endParaRPr>
          </a:p>
        </p:txBody>
      </p:sp>
      <p:sp>
        <p:nvSpPr>
          <p:cNvPr id="13" name="PlaceHolder 2"/>
          <p:cNvSpPr>
            <a:spLocks noGrp="1"/>
          </p:cNvSpPr>
          <p:nvPr>
            <p:ph type="body"/>
          </p:nvPr>
        </p:nvSpPr>
        <p:spPr>
          <a:xfrm>
            <a:off x="457200" y="1935360"/>
            <a:ext cx="8229240" cy="4388760"/>
          </a:xfrm>
          <a:prstGeom prst="rect">
            <a:avLst/>
          </a:prstGeom>
        </p:spPr>
        <p:txBody>
          <a:bodyPr lIns="0" tIns="0" rIns="0" bIns="0">
            <a:normAutofit/>
          </a:bodyPr>
          <a:lstStyle/>
          <a:p>
            <a:endParaRPr lang="es-ES" sz="2600" b="0" strike="noStrike" spc="-1">
              <a:solidFill>
                <a:srgbClr val="000000"/>
              </a:solidFill>
              <a:latin typeface="Constantia"/>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457200" y="704160"/>
            <a:ext cx="8229240" cy="1142640"/>
          </a:xfrm>
          <a:prstGeom prst="rect">
            <a:avLst/>
          </a:prstGeom>
        </p:spPr>
        <p:txBody>
          <a:bodyPr lIns="0" tIns="0" rIns="0" bIns="0" anchor="ctr">
            <a:noAutofit/>
          </a:bodyPr>
          <a:lstStyle/>
          <a:p>
            <a:endParaRPr lang="es-ES" sz="1800" b="0" strike="noStrike" spc="-1">
              <a:solidFill>
                <a:srgbClr val="000000"/>
              </a:solidFill>
              <a:latin typeface="Constantia"/>
            </a:endParaRPr>
          </a:p>
        </p:txBody>
      </p:sp>
      <p:sp>
        <p:nvSpPr>
          <p:cNvPr id="15" name="PlaceHolder 2"/>
          <p:cNvSpPr>
            <a:spLocks noGrp="1"/>
          </p:cNvSpPr>
          <p:nvPr>
            <p:ph type="body"/>
          </p:nvPr>
        </p:nvSpPr>
        <p:spPr>
          <a:xfrm>
            <a:off x="457200" y="1935360"/>
            <a:ext cx="4015800" cy="4388760"/>
          </a:xfrm>
          <a:prstGeom prst="rect">
            <a:avLst/>
          </a:prstGeom>
        </p:spPr>
        <p:txBody>
          <a:bodyPr lIns="0" tIns="0" rIns="0" bIns="0">
            <a:normAutofit/>
          </a:bodyPr>
          <a:lstStyle/>
          <a:p>
            <a:endParaRPr lang="es-ES" sz="2600" b="0" strike="noStrike" spc="-1">
              <a:solidFill>
                <a:srgbClr val="000000"/>
              </a:solidFill>
              <a:latin typeface="Constantia"/>
            </a:endParaRPr>
          </a:p>
        </p:txBody>
      </p:sp>
      <p:sp>
        <p:nvSpPr>
          <p:cNvPr id="16" name="PlaceHolder 3"/>
          <p:cNvSpPr>
            <a:spLocks noGrp="1"/>
          </p:cNvSpPr>
          <p:nvPr>
            <p:ph type="body"/>
          </p:nvPr>
        </p:nvSpPr>
        <p:spPr>
          <a:xfrm>
            <a:off x="4674240" y="1935360"/>
            <a:ext cx="4015800" cy="4388760"/>
          </a:xfrm>
          <a:prstGeom prst="rect">
            <a:avLst/>
          </a:prstGeom>
        </p:spPr>
        <p:txBody>
          <a:bodyPr lIns="0" tIns="0" rIns="0" bIns="0">
            <a:normAutofit/>
          </a:bodyPr>
          <a:lstStyle/>
          <a:p>
            <a:endParaRPr lang="es-ES" sz="2600" b="0" strike="noStrike" spc="-1">
              <a:solidFill>
                <a:srgbClr val="000000"/>
              </a:solidFill>
              <a:latin typeface="Constantia"/>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7" name="PlaceHolder 1"/>
          <p:cNvSpPr>
            <a:spLocks noGrp="1"/>
          </p:cNvSpPr>
          <p:nvPr>
            <p:ph type="title"/>
          </p:nvPr>
        </p:nvSpPr>
        <p:spPr>
          <a:xfrm>
            <a:off x="457200" y="704160"/>
            <a:ext cx="8229240" cy="1142640"/>
          </a:xfrm>
          <a:prstGeom prst="rect">
            <a:avLst/>
          </a:prstGeom>
        </p:spPr>
        <p:txBody>
          <a:bodyPr lIns="0" tIns="0" rIns="0" bIns="0" anchor="ctr">
            <a:noAutofit/>
          </a:bodyPr>
          <a:lstStyle/>
          <a:p>
            <a:endParaRPr lang="es-ES" sz="1800" b="0" strike="noStrike" spc="-1">
              <a:solidFill>
                <a:srgbClr val="000000"/>
              </a:solidFill>
              <a:latin typeface="Constantia"/>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8" name="PlaceHolder 1"/>
          <p:cNvSpPr>
            <a:spLocks noGrp="1"/>
          </p:cNvSpPr>
          <p:nvPr>
            <p:ph type="subTitle"/>
          </p:nvPr>
        </p:nvSpPr>
        <p:spPr>
          <a:xfrm>
            <a:off x="457200" y="704160"/>
            <a:ext cx="8229240" cy="5297760"/>
          </a:xfrm>
          <a:prstGeom prst="rect">
            <a:avLst/>
          </a:prstGeom>
        </p:spPr>
        <p:txBody>
          <a:bodyPr lIns="0" tIns="0" rIns="0" bIns="0" anchor="ctr">
            <a:noAutofit/>
          </a:bodyPr>
          <a:lstStyle/>
          <a:p>
            <a:pPr algn="ctr"/>
            <a:endParaRPr lang="es-ES"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457200" y="704160"/>
            <a:ext cx="8229240" cy="1142640"/>
          </a:xfrm>
          <a:prstGeom prst="rect">
            <a:avLst/>
          </a:prstGeom>
        </p:spPr>
        <p:txBody>
          <a:bodyPr lIns="0" tIns="0" rIns="0" bIns="0" anchor="ctr">
            <a:noAutofit/>
          </a:bodyPr>
          <a:lstStyle/>
          <a:p>
            <a:endParaRPr lang="es-ES" sz="1800" b="0" strike="noStrike" spc="-1">
              <a:solidFill>
                <a:srgbClr val="000000"/>
              </a:solidFill>
              <a:latin typeface="Constantia"/>
            </a:endParaRPr>
          </a:p>
        </p:txBody>
      </p:sp>
      <p:sp>
        <p:nvSpPr>
          <p:cNvPr id="20" name="PlaceHolder 2"/>
          <p:cNvSpPr>
            <a:spLocks noGrp="1"/>
          </p:cNvSpPr>
          <p:nvPr>
            <p:ph type="body"/>
          </p:nvPr>
        </p:nvSpPr>
        <p:spPr>
          <a:xfrm>
            <a:off x="457200" y="1935360"/>
            <a:ext cx="4015800" cy="2093400"/>
          </a:xfrm>
          <a:prstGeom prst="rect">
            <a:avLst/>
          </a:prstGeom>
        </p:spPr>
        <p:txBody>
          <a:bodyPr lIns="0" tIns="0" rIns="0" bIns="0">
            <a:normAutofit/>
          </a:bodyPr>
          <a:lstStyle/>
          <a:p>
            <a:endParaRPr lang="es-ES" sz="2600" b="0" strike="noStrike" spc="-1">
              <a:solidFill>
                <a:srgbClr val="000000"/>
              </a:solidFill>
              <a:latin typeface="Constantia"/>
            </a:endParaRPr>
          </a:p>
        </p:txBody>
      </p:sp>
      <p:sp>
        <p:nvSpPr>
          <p:cNvPr id="21" name="PlaceHolder 3"/>
          <p:cNvSpPr>
            <a:spLocks noGrp="1"/>
          </p:cNvSpPr>
          <p:nvPr>
            <p:ph type="body"/>
          </p:nvPr>
        </p:nvSpPr>
        <p:spPr>
          <a:xfrm>
            <a:off x="4674240" y="1935360"/>
            <a:ext cx="4015800" cy="4388760"/>
          </a:xfrm>
          <a:prstGeom prst="rect">
            <a:avLst/>
          </a:prstGeom>
        </p:spPr>
        <p:txBody>
          <a:bodyPr lIns="0" tIns="0" rIns="0" bIns="0">
            <a:normAutofit/>
          </a:bodyPr>
          <a:lstStyle/>
          <a:p>
            <a:endParaRPr lang="es-ES" sz="2600" b="0" strike="noStrike" spc="-1">
              <a:solidFill>
                <a:srgbClr val="000000"/>
              </a:solidFill>
              <a:latin typeface="Constantia"/>
            </a:endParaRPr>
          </a:p>
        </p:txBody>
      </p:sp>
      <p:sp>
        <p:nvSpPr>
          <p:cNvPr id="22" name="PlaceHolder 4"/>
          <p:cNvSpPr>
            <a:spLocks noGrp="1"/>
          </p:cNvSpPr>
          <p:nvPr>
            <p:ph type="body"/>
          </p:nvPr>
        </p:nvSpPr>
        <p:spPr>
          <a:xfrm>
            <a:off x="457200" y="4228200"/>
            <a:ext cx="4015800" cy="2093400"/>
          </a:xfrm>
          <a:prstGeom prst="rect">
            <a:avLst/>
          </a:prstGeom>
        </p:spPr>
        <p:txBody>
          <a:bodyPr lIns="0" tIns="0" rIns="0" bIns="0">
            <a:normAutofit/>
          </a:bodyPr>
          <a:lstStyle/>
          <a:p>
            <a:endParaRPr lang="es-ES" sz="2600" b="0" strike="noStrike" spc="-1">
              <a:solidFill>
                <a:srgbClr val="000000"/>
              </a:solidFill>
              <a:latin typeface="Constantia"/>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457200" y="704160"/>
            <a:ext cx="8229240" cy="1142640"/>
          </a:xfrm>
          <a:prstGeom prst="rect">
            <a:avLst/>
          </a:prstGeom>
        </p:spPr>
        <p:txBody>
          <a:bodyPr lIns="0" tIns="0" rIns="0" bIns="0" anchor="ctr">
            <a:noAutofit/>
          </a:bodyPr>
          <a:lstStyle/>
          <a:p>
            <a:endParaRPr lang="es-ES" sz="1800" b="0" strike="noStrike" spc="-1">
              <a:solidFill>
                <a:srgbClr val="000000"/>
              </a:solidFill>
              <a:latin typeface="Constantia"/>
            </a:endParaRPr>
          </a:p>
        </p:txBody>
      </p:sp>
      <p:sp>
        <p:nvSpPr>
          <p:cNvPr id="24" name="PlaceHolder 2"/>
          <p:cNvSpPr>
            <a:spLocks noGrp="1"/>
          </p:cNvSpPr>
          <p:nvPr>
            <p:ph type="body"/>
          </p:nvPr>
        </p:nvSpPr>
        <p:spPr>
          <a:xfrm>
            <a:off x="457200" y="1935360"/>
            <a:ext cx="4015800" cy="4388760"/>
          </a:xfrm>
          <a:prstGeom prst="rect">
            <a:avLst/>
          </a:prstGeom>
        </p:spPr>
        <p:txBody>
          <a:bodyPr lIns="0" tIns="0" rIns="0" bIns="0">
            <a:normAutofit/>
          </a:bodyPr>
          <a:lstStyle/>
          <a:p>
            <a:endParaRPr lang="es-ES" sz="2600" b="0" strike="noStrike" spc="-1">
              <a:solidFill>
                <a:srgbClr val="000000"/>
              </a:solidFill>
              <a:latin typeface="Constantia"/>
            </a:endParaRPr>
          </a:p>
        </p:txBody>
      </p:sp>
      <p:sp>
        <p:nvSpPr>
          <p:cNvPr id="25" name="PlaceHolder 3"/>
          <p:cNvSpPr>
            <a:spLocks noGrp="1"/>
          </p:cNvSpPr>
          <p:nvPr>
            <p:ph type="body"/>
          </p:nvPr>
        </p:nvSpPr>
        <p:spPr>
          <a:xfrm>
            <a:off x="4674240" y="1935360"/>
            <a:ext cx="4015800" cy="2093400"/>
          </a:xfrm>
          <a:prstGeom prst="rect">
            <a:avLst/>
          </a:prstGeom>
        </p:spPr>
        <p:txBody>
          <a:bodyPr lIns="0" tIns="0" rIns="0" bIns="0">
            <a:normAutofit/>
          </a:bodyPr>
          <a:lstStyle/>
          <a:p>
            <a:endParaRPr lang="es-ES" sz="2600" b="0" strike="noStrike" spc="-1">
              <a:solidFill>
                <a:srgbClr val="000000"/>
              </a:solidFill>
              <a:latin typeface="Constantia"/>
            </a:endParaRPr>
          </a:p>
        </p:txBody>
      </p:sp>
      <p:sp>
        <p:nvSpPr>
          <p:cNvPr id="26" name="PlaceHolder 4"/>
          <p:cNvSpPr>
            <a:spLocks noGrp="1"/>
          </p:cNvSpPr>
          <p:nvPr>
            <p:ph type="body"/>
          </p:nvPr>
        </p:nvSpPr>
        <p:spPr>
          <a:xfrm>
            <a:off x="4674240" y="4228200"/>
            <a:ext cx="4015800" cy="2093400"/>
          </a:xfrm>
          <a:prstGeom prst="rect">
            <a:avLst/>
          </a:prstGeom>
        </p:spPr>
        <p:txBody>
          <a:bodyPr lIns="0" tIns="0" rIns="0" bIns="0">
            <a:normAutofit/>
          </a:bodyPr>
          <a:lstStyle/>
          <a:p>
            <a:endParaRPr lang="es-ES" sz="2600" b="0" strike="noStrike" spc="-1">
              <a:solidFill>
                <a:srgbClr val="000000"/>
              </a:solidFill>
              <a:latin typeface="Constantia"/>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7" name="PlaceHolder 1"/>
          <p:cNvSpPr>
            <a:spLocks noGrp="1"/>
          </p:cNvSpPr>
          <p:nvPr>
            <p:ph type="title"/>
          </p:nvPr>
        </p:nvSpPr>
        <p:spPr>
          <a:xfrm>
            <a:off x="457200" y="704160"/>
            <a:ext cx="8229240" cy="1142640"/>
          </a:xfrm>
          <a:prstGeom prst="rect">
            <a:avLst/>
          </a:prstGeom>
        </p:spPr>
        <p:txBody>
          <a:bodyPr lIns="0" tIns="0" rIns="0" bIns="0" anchor="ctr">
            <a:noAutofit/>
          </a:bodyPr>
          <a:lstStyle/>
          <a:p>
            <a:endParaRPr lang="es-ES" sz="1800" b="0" strike="noStrike" spc="-1">
              <a:solidFill>
                <a:srgbClr val="000000"/>
              </a:solidFill>
              <a:latin typeface="Constantia"/>
            </a:endParaRPr>
          </a:p>
        </p:txBody>
      </p:sp>
      <p:sp>
        <p:nvSpPr>
          <p:cNvPr id="28" name="PlaceHolder 2"/>
          <p:cNvSpPr>
            <a:spLocks noGrp="1"/>
          </p:cNvSpPr>
          <p:nvPr>
            <p:ph type="body"/>
          </p:nvPr>
        </p:nvSpPr>
        <p:spPr>
          <a:xfrm>
            <a:off x="457200" y="1935360"/>
            <a:ext cx="4015800" cy="2093400"/>
          </a:xfrm>
          <a:prstGeom prst="rect">
            <a:avLst/>
          </a:prstGeom>
        </p:spPr>
        <p:txBody>
          <a:bodyPr lIns="0" tIns="0" rIns="0" bIns="0">
            <a:normAutofit/>
          </a:bodyPr>
          <a:lstStyle/>
          <a:p>
            <a:endParaRPr lang="es-ES" sz="2600" b="0" strike="noStrike" spc="-1">
              <a:solidFill>
                <a:srgbClr val="000000"/>
              </a:solidFill>
              <a:latin typeface="Constantia"/>
            </a:endParaRPr>
          </a:p>
        </p:txBody>
      </p:sp>
      <p:sp>
        <p:nvSpPr>
          <p:cNvPr id="29" name="PlaceHolder 3"/>
          <p:cNvSpPr>
            <a:spLocks noGrp="1"/>
          </p:cNvSpPr>
          <p:nvPr>
            <p:ph type="body"/>
          </p:nvPr>
        </p:nvSpPr>
        <p:spPr>
          <a:xfrm>
            <a:off x="4674240" y="1935360"/>
            <a:ext cx="4015800" cy="2093400"/>
          </a:xfrm>
          <a:prstGeom prst="rect">
            <a:avLst/>
          </a:prstGeom>
        </p:spPr>
        <p:txBody>
          <a:bodyPr lIns="0" tIns="0" rIns="0" bIns="0">
            <a:normAutofit/>
          </a:bodyPr>
          <a:lstStyle/>
          <a:p>
            <a:endParaRPr lang="es-ES" sz="2600" b="0" strike="noStrike" spc="-1">
              <a:solidFill>
                <a:srgbClr val="000000"/>
              </a:solidFill>
              <a:latin typeface="Constantia"/>
            </a:endParaRPr>
          </a:p>
        </p:txBody>
      </p:sp>
      <p:sp>
        <p:nvSpPr>
          <p:cNvPr id="30" name="PlaceHolder 4"/>
          <p:cNvSpPr>
            <a:spLocks noGrp="1"/>
          </p:cNvSpPr>
          <p:nvPr>
            <p:ph type="body"/>
          </p:nvPr>
        </p:nvSpPr>
        <p:spPr>
          <a:xfrm>
            <a:off x="457200" y="4228200"/>
            <a:ext cx="8229240" cy="2093400"/>
          </a:xfrm>
          <a:prstGeom prst="rect">
            <a:avLst/>
          </a:prstGeom>
        </p:spPr>
        <p:txBody>
          <a:bodyPr lIns="0" tIns="0" rIns="0" bIns="0">
            <a:normAutofit/>
          </a:bodyPr>
          <a:lstStyle/>
          <a:p>
            <a:endParaRPr lang="es-ES" sz="2600" b="0" strike="noStrike" spc="-1">
              <a:solidFill>
                <a:srgbClr val="000000"/>
              </a:solidFill>
              <a:latin typeface="Constantia"/>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457200" y="704160"/>
            <a:ext cx="8229240" cy="1142640"/>
          </a:xfrm>
          <a:prstGeom prst="rect">
            <a:avLst/>
          </a:prstGeom>
        </p:spPr>
        <p:txBody>
          <a:bodyPr lIns="0" tIns="0" rIns="0" bIns="0" anchor="ctr">
            <a:noAutofit/>
          </a:bodyPr>
          <a:lstStyle/>
          <a:p>
            <a:endParaRPr lang="es-ES" sz="1800" b="0" strike="noStrike" spc="-1">
              <a:solidFill>
                <a:srgbClr val="000000"/>
              </a:solidFill>
              <a:latin typeface="Constantia"/>
            </a:endParaRPr>
          </a:p>
        </p:txBody>
      </p:sp>
      <p:sp>
        <p:nvSpPr>
          <p:cNvPr id="32" name="PlaceHolder 2"/>
          <p:cNvSpPr>
            <a:spLocks noGrp="1"/>
          </p:cNvSpPr>
          <p:nvPr>
            <p:ph type="body"/>
          </p:nvPr>
        </p:nvSpPr>
        <p:spPr>
          <a:xfrm>
            <a:off x="457200" y="1935360"/>
            <a:ext cx="8229240" cy="2093400"/>
          </a:xfrm>
          <a:prstGeom prst="rect">
            <a:avLst/>
          </a:prstGeom>
        </p:spPr>
        <p:txBody>
          <a:bodyPr lIns="0" tIns="0" rIns="0" bIns="0">
            <a:normAutofit/>
          </a:bodyPr>
          <a:lstStyle/>
          <a:p>
            <a:endParaRPr lang="es-ES" sz="2600" b="0" strike="noStrike" spc="-1">
              <a:solidFill>
                <a:srgbClr val="000000"/>
              </a:solidFill>
              <a:latin typeface="Constantia"/>
            </a:endParaRPr>
          </a:p>
        </p:txBody>
      </p:sp>
      <p:sp>
        <p:nvSpPr>
          <p:cNvPr id="33" name="PlaceHolder 3"/>
          <p:cNvSpPr>
            <a:spLocks noGrp="1"/>
          </p:cNvSpPr>
          <p:nvPr>
            <p:ph type="body"/>
          </p:nvPr>
        </p:nvSpPr>
        <p:spPr>
          <a:xfrm>
            <a:off x="457200" y="4228200"/>
            <a:ext cx="8229240" cy="2093400"/>
          </a:xfrm>
          <a:prstGeom prst="rect">
            <a:avLst/>
          </a:prstGeom>
        </p:spPr>
        <p:txBody>
          <a:bodyPr lIns="0" tIns="0" rIns="0" bIns="0">
            <a:normAutofit/>
          </a:bodyPr>
          <a:lstStyle/>
          <a:p>
            <a:endParaRPr lang="es-ES" sz="2600" b="0" strike="noStrike" spc="-1">
              <a:solidFill>
                <a:srgbClr val="000000"/>
              </a:solidFill>
              <a:latin typeface="Constantia"/>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457200" y="704160"/>
            <a:ext cx="8229240" cy="1142640"/>
          </a:xfrm>
          <a:prstGeom prst="rect">
            <a:avLst/>
          </a:prstGeom>
        </p:spPr>
        <p:txBody>
          <a:bodyPr lIns="0" tIns="0" rIns="0" bIns="0" anchor="ctr">
            <a:noAutofit/>
          </a:bodyPr>
          <a:lstStyle/>
          <a:p>
            <a:endParaRPr lang="es-ES" sz="1800" b="0" strike="noStrike" spc="-1">
              <a:solidFill>
                <a:srgbClr val="000000"/>
              </a:solidFill>
              <a:latin typeface="Constantia"/>
            </a:endParaRPr>
          </a:p>
        </p:txBody>
      </p:sp>
      <p:sp>
        <p:nvSpPr>
          <p:cNvPr id="35" name="PlaceHolder 2"/>
          <p:cNvSpPr>
            <a:spLocks noGrp="1"/>
          </p:cNvSpPr>
          <p:nvPr>
            <p:ph type="body"/>
          </p:nvPr>
        </p:nvSpPr>
        <p:spPr>
          <a:xfrm>
            <a:off x="457200" y="1935360"/>
            <a:ext cx="4015800" cy="2093400"/>
          </a:xfrm>
          <a:prstGeom prst="rect">
            <a:avLst/>
          </a:prstGeom>
        </p:spPr>
        <p:txBody>
          <a:bodyPr lIns="0" tIns="0" rIns="0" bIns="0">
            <a:normAutofit/>
          </a:bodyPr>
          <a:lstStyle/>
          <a:p>
            <a:endParaRPr lang="es-ES" sz="2600" b="0" strike="noStrike" spc="-1">
              <a:solidFill>
                <a:srgbClr val="000000"/>
              </a:solidFill>
              <a:latin typeface="Constantia"/>
            </a:endParaRPr>
          </a:p>
        </p:txBody>
      </p:sp>
      <p:sp>
        <p:nvSpPr>
          <p:cNvPr id="36" name="PlaceHolder 3"/>
          <p:cNvSpPr>
            <a:spLocks noGrp="1"/>
          </p:cNvSpPr>
          <p:nvPr>
            <p:ph type="body"/>
          </p:nvPr>
        </p:nvSpPr>
        <p:spPr>
          <a:xfrm>
            <a:off x="4674240" y="1935360"/>
            <a:ext cx="4015800" cy="2093400"/>
          </a:xfrm>
          <a:prstGeom prst="rect">
            <a:avLst/>
          </a:prstGeom>
        </p:spPr>
        <p:txBody>
          <a:bodyPr lIns="0" tIns="0" rIns="0" bIns="0">
            <a:normAutofit/>
          </a:bodyPr>
          <a:lstStyle/>
          <a:p>
            <a:endParaRPr lang="es-ES" sz="2600" b="0" strike="noStrike" spc="-1">
              <a:solidFill>
                <a:srgbClr val="000000"/>
              </a:solidFill>
              <a:latin typeface="Constantia"/>
            </a:endParaRPr>
          </a:p>
        </p:txBody>
      </p:sp>
      <p:sp>
        <p:nvSpPr>
          <p:cNvPr id="37" name="PlaceHolder 4"/>
          <p:cNvSpPr>
            <a:spLocks noGrp="1"/>
          </p:cNvSpPr>
          <p:nvPr>
            <p:ph type="body"/>
          </p:nvPr>
        </p:nvSpPr>
        <p:spPr>
          <a:xfrm>
            <a:off x="457200" y="4228200"/>
            <a:ext cx="4015800" cy="2093400"/>
          </a:xfrm>
          <a:prstGeom prst="rect">
            <a:avLst/>
          </a:prstGeom>
        </p:spPr>
        <p:txBody>
          <a:bodyPr lIns="0" tIns="0" rIns="0" bIns="0">
            <a:normAutofit/>
          </a:bodyPr>
          <a:lstStyle/>
          <a:p>
            <a:endParaRPr lang="es-ES" sz="2600" b="0" strike="noStrike" spc="-1">
              <a:solidFill>
                <a:srgbClr val="000000"/>
              </a:solidFill>
              <a:latin typeface="Constantia"/>
            </a:endParaRPr>
          </a:p>
        </p:txBody>
      </p:sp>
      <p:sp>
        <p:nvSpPr>
          <p:cNvPr id="38" name="PlaceHolder 5"/>
          <p:cNvSpPr>
            <a:spLocks noGrp="1"/>
          </p:cNvSpPr>
          <p:nvPr>
            <p:ph type="body"/>
          </p:nvPr>
        </p:nvSpPr>
        <p:spPr>
          <a:xfrm>
            <a:off x="4674240" y="4228200"/>
            <a:ext cx="4015800" cy="2093400"/>
          </a:xfrm>
          <a:prstGeom prst="rect">
            <a:avLst/>
          </a:prstGeom>
        </p:spPr>
        <p:txBody>
          <a:bodyPr lIns="0" tIns="0" rIns="0" bIns="0">
            <a:normAutofit/>
          </a:bodyPr>
          <a:lstStyle/>
          <a:p>
            <a:endParaRPr lang="es-ES" sz="2600" b="0" strike="noStrike" spc="-1">
              <a:solidFill>
                <a:srgbClr val="000000"/>
              </a:solidFill>
              <a:latin typeface="Constantia"/>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9" name="PlaceHolder 1"/>
          <p:cNvSpPr>
            <a:spLocks noGrp="1"/>
          </p:cNvSpPr>
          <p:nvPr>
            <p:ph type="title"/>
          </p:nvPr>
        </p:nvSpPr>
        <p:spPr>
          <a:xfrm>
            <a:off x="457200" y="704160"/>
            <a:ext cx="8229240" cy="1142640"/>
          </a:xfrm>
          <a:prstGeom prst="rect">
            <a:avLst/>
          </a:prstGeom>
        </p:spPr>
        <p:txBody>
          <a:bodyPr lIns="0" tIns="0" rIns="0" bIns="0" anchor="ctr">
            <a:noAutofit/>
          </a:bodyPr>
          <a:lstStyle/>
          <a:p>
            <a:endParaRPr lang="es-ES" sz="1800" b="0" strike="noStrike" spc="-1">
              <a:solidFill>
                <a:srgbClr val="000000"/>
              </a:solidFill>
              <a:latin typeface="Constantia"/>
            </a:endParaRPr>
          </a:p>
        </p:txBody>
      </p:sp>
      <p:sp>
        <p:nvSpPr>
          <p:cNvPr id="40" name="PlaceHolder 2"/>
          <p:cNvSpPr>
            <a:spLocks noGrp="1"/>
          </p:cNvSpPr>
          <p:nvPr>
            <p:ph type="body"/>
          </p:nvPr>
        </p:nvSpPr>
        <p:spPr>
          <a:xfrm>
            <a:off x="457200" y="1935360"/>
            <a:ext cx="2649600" cy="2093400"/>
          </a:xfrm>
          <a:prstGeom prst="rect">
            <a:avLst/>
          </a:prstGeom>
        </p:spPr>
        <p:txBody>
          <a:bodyPr lIns="0" tIns="0" rIns="0" bIns="0">
            <a:normAutofit/>
          </a:bodyPr>
          <a:lstStyle/>
          <a:p>
            <a:endParaRPr lang="es-ES" sz="2600" b="0" strike="noStrike" spc="-1">
              <a:solidFill>
                <a:srgbClr val="000000"/>
              </a:solidFill>
              <a:latin typeface="Constantia"/>
            </a:endParaRPr>
          </a:p>
        </p:txBody>
      </p:sp>
      <p:sp>
        <p:nvSpPr>
          <p:cNvPr id="41" name="PlaceHolder 3"/>
          <p:cNvSpPr>
            <a:spLocks noGrp="1"/>
          </p:cNvSpPr>
          <p:nvPr>
            <p:ph type="body"/>
          </p:nvPr>
        </p:nvSpPr>
        <p:spPr>
          <a:xfrm>
            <a:off x="3239640" y="1935360"/>
            <a:ext cx="2649600" cy="2093400"/>
          </a:xfrm>
          <a:prstGeom prst="rect">
            <a:avLst/>
          </a:prstGeom>
        </p:spPr>
        <p:txBody>
          <a:bodyPr lIns="0" tIns="0" rIns="0" bIns="0">
            <a:normAutofit/>
          </a:bodyPr>
          <a:lstStyle/>
          <a:p>
            <a:endParaRPr lang="es-ES" sz="2600" b="0" strike="noStrike" spc="-1">
              <a:solidFill>
                <a:srgbClr val="000000"/>
              </a:solidFill>
              <a:latin typeface="Constantia"/>
            </a:endParaRPr>
          </a:p>
        </p:txBody>
      </p:sp>
      <p:sp>
        <p:nvSpPr>
          <p:cNvPr id="42" name="PlaceHolder 4"/>
          <p:cNvSpPr>
            <a:spLocks noGrp="1"/>
          </p:cNvSpPr>
          <p:nvPr>
            <p:ph type="body"/>
          </p:nvPr>
        </p:nvSpPr>
        <p:spPr>
          <a:xfrm>
            <a:off x="6022080" y="1935360"/>
            <a:ext cx="2649600" cy="2093400"/>
          </a:xfrm>
          <a:prstGeom prst="rect">
            <a:avLst/>
          </a:prstGeom>
        </p:spPr>
        <p:txBody>
          <a:bodyPr lIns="0" tIns="0" rIns="0" bIns="0">
            <a:normAutofit/>
          </a:bodyPr>
          <a:lstStyle/>
          <a:p>
            <a:endParaRPr lang="es-ES" sz="2600" b="0" strike="noStrike" spc="-1">
              <a:solidFill>
                <a:srgbClr val="000000"/>
              </a:solidFill>
              <a:latin typeface="Constantia"/>
            </a:endParaRPr>
          </a:p>
        </p:txBody>
      </p:sp>
      <p:sp>
        <p:nvSpPr>
          <p:cNvPr id="43" name="PlaceHolder 5"/>
          <p:cNvSpPr>
            <a:spLocks noGrp="1"/>
          </p:cNvSpPr>
          <p:nvPr>
            <p:ph type="body"/>
          </p:nvPr>
        </p:nvSpPr>
        <p:spPr>
          <a:xfrm>
            <a:off x="457200" y="4228200"/>
            <a:ext cx="2649600" cy="2093400"/>
          </a:xfrm>
          <a:prstGeom prst="rect">
            <a:avLst/>
          </a:prstGeom>
        </p:spPr>
        <p:txBody>
          <a:bodyPr lIns="0" tIns="0" rIns="0" bIns="0">
            <a:normAutofit/>
          </a:bodyPr>
          <a:lstStyle/>
          <a:p>
            <a:endParaRPr lang="es-ES" sz="2600" b="0" strike="noStrike" spc="-1">
              <a:solidFill>
                <a:srgbClr val="000000"/>
              </a:solidFill>
              <a:latin typeface="Constantia"/>
            </a:endParaRPr>
          </a:p>
        </p:txBody>
      </p:sp>
      <p:sp>
        <p:nvSpPr>
          <p:cNvPr id="44" name="PlaceHolder 6"/>
          <p:cNvSpPr>
            <a:spLocks noGrp="1"/>
          </p:cNvSpPr>
          <p:nvPr>
            <p:ph type="body"/>
          </p:nvPr>
        </p:nvSpPr>
        <p:spPr>
          <a:xfrm>
            <a:off x="3239640" y="4228200"/>
            <a:ext cx="2649600" cy="2093400"/>
          </a:xfrm>
          <a:prstGeom prst="rect">
            <a:avLst/>
          </a:prstGeom>
        </p:spPr>
        <p:txBody>
          <a:bodyPr lIns="0" tIns="0" rIns="0" bIns="0">
            <a:normAutofit/>
          </a:bodyPr>
          <a:lstStyle/>
          <a:p>
            <a:endParaRPr lang="es-ES" sz="2600" b="0" strike="noStrike" spc="-1">
              <a:solidFill>
                <a:srgbClr val="000000"/>
              </a:solidFill>
              <a:latin typeface="Constantia"/>
            </a:endParaRPr>
          </a:p>
        </p:txBody>
      </p:sp>
      <p:sp>
        <p:nvSpPr>
          <p:cNvPr id="45" name="PlaceHolder 7"/>
          <p:cNvSpPr>
            <a:spLocks noGrp="1"/>
          </p:cNvSpPr>
          <p:nvPr>
            <p:ph type="body"/>
          </p:nvPr>
        </p:nvSpPr>
        <p:spPr>
          <a:xfrm>
            <a:off x="6022080" y="4228200"/>
            <a:ext cx="2649600" cy="2093400"/>
          </a:xfrm>
          <a:prstGeom prst="rect">
            <a:avLst/>
          </a:prstGeom>
        </p:spPr>
        <p:txBody>
          <a:bodyPr lIns="0" tIns="0" rIns="0" bIns="0">
            <a:normAutofit/>
          </a:bodyPr>
          <a:lstStyle/>
          <a:p>
            <a:endParaRPr lang="es-ES" sz="2600" b="0" strike="noStrike" spc="-1">
              <a:solidFill>
                <a:srgbClr val="000000"/>
              </a:solidFill>
              <a:latin typeface="Constantia"/>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56" name="PlaceHolder 1"/>
          <p:cNvSpPr>
            <a:spLocks noGrp="1"/>
          </p:cNvSpPr>
          <p:nvPr>
            <p:ph type="title"/>
          </p:nvPr>
        </p:nvSpPr>
        <p:spPr>
          <a:xfrm>
            <a:off x="457200" y="704160"/>
            <a:ext cx="8229240" cy="1142640"/>
          </a:xfrm>
          <a:prstGeom prst="rect">
            <a:avLst/>
          </a:prstGeom>
        </p:spPr>
        <p:txBody>
          <a:bodyPr lIns="0" tIns="0" rIns="0" bIns="0" anchor="ctr">
            <a:noAutofit/>
          </a:bodyPr>
          <a:lstStyle/>
          <a:p>
            <a:endParaRPr lang="es-ES" sz="1800" b="0" strike="noStrike" spc="-1">
              <a:solidFill>
                <a:srgbClr val="000000"/>
              </a:solidFill>
              <a:latin typeface="Constantia"/>
            </a:endParaRPr>
          </a:p>
        </p:txBody>
      </p:sp>
      <p:sp>
        <p:nvSpPr>
          <p:cNvPr id="57" name="PlaceHolder 2"/>
          <p:cNvSpPr>
            <a:spLocks noGrp="1"/>
          </p:cNvSpPr>
          <p:nvPr>
            <p:ph type="subTitle"/>
          </p:nvPr>
        </p:nvSpPr>
        <p:spPr>
          <a:xfrm>
            <a:off x="457200" y="1935360"/>
            <a:ext cx="8229240" cy="4388760"/>
          </a:xfrm>
          <a:prstGeom prst="rect">
            <a:avLst/>
          </a:prstGeom>
        </p:spPr>
        <p:txBody>
          <a:bodyPr lIns="0" tIns="0" rIns="0" bIns="0" anchor="ctr">
            <a:noAutofit/>
          </a:bodyPr>
          <a:lstStyle/>
          <a:p>
            <a:pPr algn="ctr"/>
            <a:endParaRPr lang="es-ES" sz="3200" b="0" strike="noStrike" spc="-1">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58" name="PlaceHolder 1"/>
          <p:cNvSpPr>
            <a:spLocks noGrp="1"/>
          </p:cNvSpPr>
          <p:nvPr>
            <p:ph type="title"/>
          </p:nvPr>
        </p:nvSpPr>
        <p:spPr>
          <a:xfrm>
            <a:off x="457200" y="704160"/>
            <a:ext cx="8229240" cy="1142640"/>
          </a:xfrm>
          <a:prstGeom prst="rect">
            <a:avLst/>
          </a:prstGeom>
        </p:spPr>
        <p:txBody>
          <a:bodyPr lIns="0" tIns="0" rIns="0" bIns="0" anchor="ctr">
            <a:noAutofit/>
          </a:bodyPr>
          <a:lstStyle/>
          <a:p>
            <a:endParaRPr lang="es-ES" sz="1800" b="0" strike="noStrike" spc="-1">
              <a:solidFill>
                <a:srgbClr val="000000"/>
              </a:solidFill>
              <a:latin typeface="Constantia"/>
            </a:endParaRPr>
          </a:p>
        </p:txBody>
      </p:sp>
      <p:sp>
        <p:nvSpPr>
          <p:cNvPr id="59" name="PlaceHolder 2"/>
          <p:cNvSpPr>
            <a:spLocks noGrp="1"/>
          </p:cNvSpPr>
          <p:nvPr>
            <p:ph type="body"/>
          </p:nvPr>
        </p:nvSpPr>
        <p:spPr>
          <a:xfrm>
            <a:off x="457200" y="1935360"/>
            <a:ext cx="8229240" cy="4388760"/>
          </a:xfrm>
          <a:prstGeom prst="rect">
            <a:avLst/>
          </a:prstGeom>
        </p:spPr>
        <p:txBody>
          <a:bodyPr lIns="0" tIns="0" rIns="0" bIns="0">
            <a:normAutofit/>
          </a:bodyPr>
          <a:lstStyle/>
          <a:p>
            <a:endParaRPr lang="es-ES" sz="2600" b="0" strike="noStrike" spc="-1">
              <a:solidFill>
                <a:srgbClr val="000000"/>
              </a:solidFill>
              <a:latin typeface="Constantia"/>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60" name="PlaceHolder 1"/>
          <p:cNvSpPr>
            <a:spLocks noGrp="1"/>
          </p:cNvSpPr>
          <p:nvPr>
            <p:ph type="title"/>
          </p:nvPr>
        </p:nvSpPr>
        <p:spPr>
          <a:xfrm>
            <a:off x="457200" y="704160"/>
            <a:ext cx="8229240" cy="1142640"/>
          </a:xfrm>
          <a:prstGeom prst="rect">
            <a:avLst/>
          </a:prstGeom>
        </p:spPr>
        <p:txBody>
          <a:bodyPr lIns="0" tIns="0" rIns="0" bIns="0" anchor="ctr">
            <a:noAutofit/>
          </a:bodyPr>
          <a:lstStyle/>
          <a:p>
            <a:endParaRPr lang="es-ES" sz="1800" b="0" strike="noStrike" spc="-1">
              <a:solidFill>
                <a:srgbClr val="000000"/>
              </a:solidFill>
              <a:latin typeface="Constantia"/>
            </a:endParaRPr>
          </a:p>
        </p:txBody>
      </p:sp>
      <p:sp>
        <p:nvSpPr>
          <p:cNvPr id="61" name="PlaceHolder 2"/>
          <p:cNvSpPr>
            <a:spLocks noGrp="1"/>
          </p:cNvSpPr>
          <p:nvPr>
            <p:ph type="body"/>
          </p:nvPr>
        </p:nvSpPr>
        <p:spPr>
          <a:xfrm>
            <a:off x="457200" y="1935360"/>
            <a:ext cx="4015800" cy="4388760"/>
          </a:xfrm>
          <a:prstGeom prst="rect">
            <a:avLst/>
          </a:prstGeom>
        </p:spPr>
        <p:txBody>
          <a:bodyPr lIns="0" tIns="0" rIns="0" bIns="0">
            <a:normAutofit/>
          </a:bodyPr>
          <a:lstStyle/>
          <a:p>
            <a:endParaRPr lang="es-ES" sz="2600" b="0" strike="noStrike" spc="-1">
              <a:solidFill>
                <a:srgbClr val="000000"/>
              </a:solidFill>
              <a:latin typeface="Constantia"/>
            </a:endParaRPr>
          </a:p>
        </p:txBody>
      </p:sp>
      <p:sp>
        <p:nvSpPr>
          <p:cNvPr id="62" name="PlaceHolder 3"/>
          <p:cNvSpPr>
            <a:spLocks noGrp="1"/>
          </p:cNvSpPr>
          <p:nvPr>
            <p:ph type="body"/>
          </p:nvPr>
        </p:nvSpPr>
        <p:spPr>
          <a:xfrm>
            <a:off x="4674240" y="1935360"/>
            <a:ext cx="4015800" cy="4388760"/>
          </a:xfrm>
          <a:prstGeom prst="rect">
            <a:avLst/>
          </a:prstGeom>
        </p:spPr>
        <p:txBody>
          <a:bodyPr lIns="0" tIns="0" rIns="0" bIns="0">
            <a:normAutofit/>
          </a:bodyPr>
          <a:lstStyle/>
          <a:p>
            <a:endParaRPr lang="es-ES" sz="2600" b="0" strike="noStrike" spc="-1">
              <a:solidFill>
                <a:srgbClr val="000000"/>
              </a:solidFill>
              <a:latin typeface="Constantia"/>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3" name="PlaceHolder 1"/>
          <p:cNvSpPr>
            <a:spLocks noGrp="1"/>
          </p:cNvSpPr>
          <p:nvPr>
            <p:ph type="title"/>
          </p:nvPr>
        </p:nvSpPr>
        <p:spPr>
          <a:xfrm>
            <a:off x="457200" y="704160"/>
            <a:ext cx="8229240" cy="1142640"/>
          </a:xfrm>
          <a:prstGeom prst="rect">
            <a:avLst/>
          </a:prstGeom>
        </p:spPr>
        <p:txBody>
          <a:bodyPr lIns="0" tIns="0" rIns="0" bIns="0" anchor="ctr">
            <a:noAutofit/>
          </a:bodyPr>
          <a:lstStyle/>
          <a:p>
            <a:endParaRPr lang="es-ES" sz="1800" b="0" strike="noStrike" spc="-1">
              <a:solidFill>
                <a:srgbClr val="000000"/>
              </a:solidFill>
              <a:latin typeface="Constantia"/>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64" name="PlaceHolder 1"/>
          <p:cNvSpPr>
            <a:spLocks noGrp="1"/>
          </p:cNvSpPr>
          <p:nvPr>
            <p:ph type="subTitle"/>
          </p:nvPr>
        </p:nvSpPr>
        <p:spPr>
          <a:xfrm>
            <a:off x="457200" y="704160"/>
            <a:ext cx="8229240" cy="5297760"/>
          </a:xfrm>
          <a:prstGeom prst="rect">
            <a:avLst/>
          </a:prstGeom>
        </p:spPr>
        <p:txBody>
          <a:bodyPr lIns="0" tIns="0" rIns="0" bIns="0" anchor="ctr">
            <a:noAutofit/>
          </a:bodyPr>
          <a:lstStyle/>
          <a:p>
            <a:pPr algn="ctr"/>
            <a:endParaRPr lang="es-ES" sz="3200" b="0" strike="noStrike" spc="-1">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65" name="PlaceHolder 1"/>
          <p:cNvSpPr>
            <a:spLocks noGrp="1"/>
          </p:cNvSpPr>
          <p:nvPr>
            <p:ph type="title"/>
          </p:nvPr>
        </p:nvSpPr>
        <p:spPr>
          <a:xfrm>
            <a:off x="457200" y="704160"/>
            <a:ext cx="8229240" cy="1142640"/>
          </a:xfrm>
          <a:prstGeom prst="rect">
            <a:avLst/>
          </a:prstGeom>
        </p:spPr>
        <p:txBody>
          <a:bodyPr lIns="0" tIns="0" rIns="0" bIns="0" anchor="ctr">
            <a:noAutofit/>
          </a:bodyPr>
          <a:lstStyle/>
          <a:p>
            <a:endParaRPr lang="es-ES" sz="1800" b="0" strike="noStrike" spc="-1">
              <a:solidFill>
                <a:srgbClr val="000000"/>
              </a:solidFill>
              <a:latin typeface="Constantia"/>
            </a:endParaRPr>
          </a:p>
        </p:txBody>
      </p:sp>
      <p:sp>
        <p:nvSpPr>
          <p:cNvPr id="66" name="PlaceHolder 2"/>
          <p:cNvSpPr>
            <a:spLocks noGrp="1"/>
          </p:cNvSpPr>
          <p:nvPr>
            <p:ph type="body"/>
          </p:nvPr>
        </p:nvSpPr>
        <p:spPr>
          <a:xfrm>
            <a:off x="457200" y="1935360"/>
            <a:ext cx="4015800" cy="2093400"/>
          </a:xfrm>
          <a:prstGeom prst="rect">
            <a:avLst/>
          </a:prstGeom>
        </p:spPr>
        <p:txBody>
          <a:bodyPr lIns="0" tIns="0" rIns="0" bIns="0">
            <a:normAutofit/>
          </a:bodyPr>
          <a:lstStyle/>
          <a:p>
            <a:endParaRPr lang="es-ES" sz="2600" b="0" strike="noStrike" spc="-1">
              <a:solidFill>
                <a:srgbClr val="000000"/>
              </a:solidFill>
              <a:latin typeface="Constantia"/>
            </a:endParaRPr>
          </a:p>
        </p:txBody>
      </p:sp>
      <p:sp>
        <p:nvSpPr>
          <p:cNvPr id="67" name="PlaceHolder 3"/>
          <p:cNvSpPr>
            <a:spLocks noGrp="1"/>
          </p:cNvSpPr>
          <p:nvPr>
            <p:ph type="body"/>
          </p:nvPr>
        </p:nvSpPr>
        <p:spPr>
          <a:xfrm>
            <a:off x="4674240" y="1935360"/>
            <a:ext cx="4015800" cy="4388760"/>
          </a:xfrm>
          <a:prstGeom prst="rect">
            <a:avLst/>
          </a:prstGeom>
        </p:spPr>
        <p:txBody>
          <a:bodyPr lIns="0" tIns="0" rIns="0" bIns="0">
            <a:normAutofit/>
          </a:bodyPr>
          <a:lstStyle/>
          <a:p>
            <a:endParaRPr lang="es-ES" sz="2600" b="0" strike="noStrike" spc="-1">
              <a:solidFill>
                <a:srgbClr val="000000"/>
              </a:solidFill>
              <a:latin typeface="Constantia"/>
            </a:endParaRPr>
          </a:p>
        </p:txBody>
      </p:sp>
      <p:sp>
        <p:nvSpPr>
          <p:cNvPr id="68" name="PlaceHolder 4"/>
          <p:cNvSpPr>
            <a:spLocks noGrp="1"/>
          </p:cNvSpPr>
          <p:nvPr>
            <p:ph type="body"/>
          </p:nvPr>
        </p:nvSpPr>
        <p:spPr>
          <a:xfrm>
            <a:off x="457200" y="4228200"/>
            <a:ext cx="4015800" cy="2093400"/>
          </a:xfrm>
          <a:prstGeom prst="rect">
            <a:avLst/>
          </a:prstGeom>
        </p:spPr>
        <p:txBody>
          <a:bodyPr lIns="0" tIns="0" rIns="0" bIns="0">
            <a:normAutofit/>
          </a:bodyPr>
          <a:lstStyle/>
          <a:p>
            <a:endParaRPr lang="es-ES" sz="2600" b="0" strike="noStrike" spc="-1">
              <a:solidFill>
                <a:srgbClr val="000000"/>
              </a:solidFill>
              <a:latin typeface="Constantia"/>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69" name="PlaceHolder 1"/>
          <p:cNvSpPr>
            <a:spLocks noGrp="1"/>
          </p:cNvSpPr>
          <p:nvPr>
            <p:ph type="title"/>
          </p:nvPr>
        </p:nvSpPr>
        <p:spPr>
          <a:xfrm>
            <a:off x="457200" y="704160"/>
            <a:ext cx="8229240" cy="1142640"/>
          </a:xfrm>
          <a:prstGeom prst="rect">
            <a:avLst/>
          </a:prstGeom>
        </p:spPr>
        <p:txBody>
          <a:bodyPr lIns="0" tIns="0" rIns="0" bIns="0" anchor="ctr">
            <a:noAutofit/>
          </a:bodyPr>
          <a:lstStyle/>
          <a:p>
            <a:endParaRPr lang="es-ES" sz="1800" b="0" strike="noStrike" spc="-1">
              <a:solidFill>
                <a:srgbClr val="000000"/>
              </a:solidFill>
              <a:latin typeface="Constantia"/>
            </a:endParaRPr>
          </a:p>
        </p:txBody>
      </p:sp>
      <p:sp>
        <p:nvSpPr>
          <p:cNvPr id="70" name="PlaceHolder 2"/>
          <p:cNvSpPr>
            <a:spLocks noGrp="1"/>
          </p:cNvSpPr>
          <p:nvPr>
            <p:ph type="body"/>
          </p:nvPr>
        </p:nvSpPr>
        <p:spPr>
          <a:xfrm>
            <a:off x="457200" y="1935360"/>
            <a:ext cx="4015800" cy="4388760"/>
          </a:xfrm>
          <a:prstGeom prst="rect">
            <a:avLst/>
          </a:prstGeom>
        </p:spPr>
        <p:txBody>
          <a:bodyPr lIns="0" tIns="0" rIns="0" bIns="0">
            <a:normAutofit/>
          </a:bodyPr>
          <a:lstStyle/>
          <a:p>
            <a:endParaRPr lang="es-ES" sz="2600" b="0" strike="noStrike" spc="-1">
              <a:solidFill>
                <a:srgbClr val="000000"/>
              </a:solidFill>
              <a:latin typeface="Constantia"/>
            </a:endParaRPr>
          </a:p>
        </p:txBody>
      </p:sp>
      <p:sp>
        <p:nvSpPr>
          <p:cNvPr id="71" name="PlaceHolder 3"/>
          <p:cNvSpPr>
            <a:spLocks noGrp="1"/>
          </p:cNvSpPr>
          <p:nvPr>
            <p:ph type="body"/>
          </p:nvPr>
        </p:nvSpPr>
        <p:spPr>
          <a:xfrm>
            <a:off x="4674240" y="1935360"/>
            <a:ext cx="4015800" cy="2093400"/>
          </a:xfrm>
          <a:prstGeom prst="rect">
            <a:avLst/>
          </a:prstGeom>
        </p:spPr>
        <p:txBody>
          <a:bodyPr lIns="0" tIns="0" rIns="0" bIns="0">
            <a:normAutofit/>
          </a:bodyPr>
          <a:lstStyle/>
          <a:p>
            <a:endParaRPr lang="es-ES" sz="2600" b="0" strike="noStrike" spc="-1">
              <a:solidFill>
                <a:srgbClr val="000000"/>
              </a:solidFill>
              <a:latin typeface="Constantia"/>
            </a:endParaRPr>
          </a:p>
        </p:txBody>
      </p:sp>
      <p:sp>
        <p:nvSpPr>
          <p:cNvPr id="72" name="PlaceHolder 4"/>
          <p:cNvSpPr>
            <a:spLocks noGrp="1"/>
          </p:cNvSpPr>
          <p:nvPr>
            <p:ph type="body"/>
          </p:nvPr>
        </p:nvSpPr>
        <p:spPr>
          <a:xfrm>
            <a:off x="4674240" y="4228200"/>
            <a:ext cx="4015800" cy="2093400"/>
          </a:xfrm>
          <a:prstGeom prst="rect">
            <a:avLst/>
          </a:prstGeom>
        </p:spPr>
        <p:txBody>
          <a:bodyPr lIns="0" tIns="0" rIns="0" bIns="0">
            <a:normAutofit/>
          </a:bodyPr>
          <a:lstStyle/>
          <a:p>
            <a:endParaRPr lang="es-ES" sz="2600" b="0" strike="noStrike" spc="-1">
              <a:solidFill>
                <a:srgbClr val="000000"/>
              </a:solidFill>
              <a:latin typeface="Constantia"/>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73" name="PlaceHolder 1"/>
          <p:cNvSpPr>
            <a:spLocks noGrp="1"/>
          </p:cNvSpPr>
          <p:nvPr>
            <p:ph type="title"/>
          </p:nvPr>
        </p:nvSpPr>
        <p:spPr>
          <a:xfrm>
            <a:off x="457200" y="704160"/>
            <a:ext cx="8229240" cy="1142640"/>
          </a:xfrm>
          <a:prstGeom prst="rect">
            <a:avLst/>
          </a:prstGeom>
        </p:spPr>
        <p:txBody>
          <a:bodyPr lIns="0" tIns="0" rIns="0" bIns="0" anchor="ctr">
            <a:noAutofit/>
          </a:bodyPr>
          <a:lstStyle/>
          <a:p>
            <a:endParaRPr lang="es-ES" sz="1800" b="0" strike="noStrike" spc="-1">
              <a:solidFill>
                <a:srgbClr val="000000"/>
              </a:solidFill>
              <a:latin typeface="Constantia"/>
            </a:endParaRPr>
          </a:p>
        </p:txBody>
      </p:sp>
      <p:sp>
        <p:nvSpPr>
          <p:cNvPr id="74" name="PlaceHolder 2"/>
          <p:cNvSpPr>
            <a:spLocks noGrp="1"/>
          </p:cNvSpPr>
          <p:nvPr>
            <p:ph type="body"/>
          </p:nvPr>
        </p:nvSpPr>
        <p:spPr>
          <a:xfrm>
            <a:off x="457200" y="1935360"/>
            <a:ext cx="4015800" cy="2093400"/>
          </a:xfrm>
          <a:prstGeom prst="rect">
            <a:avLst/>
          </a:prstGeom>
        </p:spPr>
        <p:txBody>
          <a:bodyPr lIns="0" tIns="0" rIns="0" bIns="0">
            <a:normAutofit/>
          </a:bodyPr>
          <a:lstStyle/>
          <a:p>
            <a:endParaRPr lang="es-ES" sz="2600" b="0" strike="noStrike" spc="-1">
              <a:solidFill>
                <a:srgbClr val="000000"/>
              </a:solidFill>
              <a:latin typeface="Constantia"/>
            </a:endParaRPr>
          </a:p>
        </p:txBody>
      </p:sp>
      <p:sp>
        <p:nvSpPr>
          <p:cNvPr id="75" name="PlaceHolder 3"/>
          <p:cNvSpPr>
            <a:spLocks noGrp="1"/>
          </p:cNvSpPr>
          <p:nvPr>
            <p:ph type="body"/>
          </p:nvPr>
        </p:nvSpPr>
        <p:spPr>
          <a:xfrm>
            <a:off x="4674240" y="1935360"/>
            <a:ext cx="4015800" cy="2093400"/>
          </a:xfrm>
          <a:prstGeom prst="rect">
            <a:avLst/>
          </a:prstGeom>
        </p:spPr>
        <p:txBody>
          <a:bodyPr lIns="0" tIns="0" rIns="0" bIns="0">
            <a:normAutofit/>
          </a:bodyPr>
          <a:lstStyle/>
          <a:p>
            <a:endParaRPr lang="es-ES" sz="2600" b="0" strike="noStrike" spc="-1">
              <a:solidFill>
                <a:srgbClr val="000000"/>
              </a:solidFill>
              <a:latin typeface="Constantia"/>
            </a:endParaRPr>
          </a:p>
        </p:txBody>
      </p:sp>
      <p:sp>
        <p:nvSpPr>
          <p:cNvPr id="76" name="PlaceHolder 4"/>
          <p:cNvSpPr>
            <a:spLocks noGrp="1"/>
          </p:cNvSpPr>
          <p:nvPr>
            <p:ph type="body"/>
          </p:nvPr>
        </p:nvSpPr>
        <p:spPr>
          <a:xfrm>
            <a:off x="457200" y="4228200"/>
            <a:ext cx="8229240" cy="2093400"/>
          </a:xfrm>
          <a:prstGeom prst="rect">
            <a:avLst/>
          </a:prstGeom>
        </p:spPr>
        <p:txBody>
          <a:bodyPr lIns="0" tIns="0" rIns="0" bIns="0">
            <a:normAutofit/>
          </a:bodyPr>
          <a:lstStyle/>
          <a:p>
            <a:endParaRPr lang="es-ES" sz="2600" b="0" strike="noStrike" spc="-1">
              <a:solidFill>
                <a:srgbClr val="000000"/>
              </a:solidFill>
              <a:latin typeface="Constantia"/>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77" name="PlaceHolder 1"/>
          <p:cNvSpPr>
            <a:spLocks noGrp="1"/>
          </p:cNvSpPr>
          <p:nvPr>
            <p:ph type="title"/>
          </p:nvPr>
        </p:nvSpPr>
        <p:spPr>
          <a:xfrm>
            <a:off x="457200" y="704160"/>
            <a:ext cx="8229240" cy="1142640"/>
          </a:xfrm>
          <a:prstGeom prst="rect">
            <a:avLst/>
          </a:prstGeom>
        </p:spPr>
        <p:txBody>
          <a:bodyPr lIns="0" tIns="0" rIns="0" bIns="0" anchor="ctr">
            <a:noAutofit/>
          </a:bodyPr>
          <a:lstStyle/>
          <a:p>
            <a:endParaRPr lang="es-ES" sz="1800" b="0" strike="noStrike" spc="-1">
              <a:solidFill>
                <a:srgbClr val="000000"/>
              </a:solidFill>
              <a:latin typeface="Constantia"/>
            </a:endParaRPr>
          </a:p>
        </p:txBody>
      </p:sp>
      <p:sp>
        <p:nvSpPr>
          <p:cNvPr id="78" name="PlaceHolder 2"/>
          <p:cNvSpPr>
            <a:spLocks noGrp="1"/>
          </p:cNvSpPr>
          <p:nvPr>
            <p:ph type="body"/>
          </p:nvPr>
        </p:nvSpPr>
        <p:spPr>
          <a:xfrm>
            <a:off x="457200" y="1935360"/>
            <a:ext cx="8229240" cy="2093400"/>
          </a:xfrm>
          <a:prstGeom prst="rect">
            <a:avLst/>
          </a:prstGeom>
        </p:spPr>
        <p:txBody>
          <a:bodyPr lIns="0" tIns="0" rIns="0" bIns="0">
            <a:normAutofit/>
          </a:bodyPr>
          <a:lstStyle/>
          <a:p>
            <a:endParaRPr lang="es-ES" sz="2600" b="0" strike="noStrike" spc="-1">
              <a:solidFill>
                <a:srgbClr val="000000"/>
              </a:solidFill>
              <a:latin typeface="Constantia"/>
            </a:endParaRPr>
          </a:p>
        </p:txBody>
      </p:sp>
      <p:sp>
        <p:nvSpPr>
          <p:cNvPr id="79" name="PlaceHolder 3"/>
          <p:cNvSpPr>
            <a:spLocks noGrp="1"/>
          </p:cNvSpPr>
          <p:nvPr>
            <p:ph type="body"/>
          </p:nvPr>
        </p:nvSpPr>
        <p:spPr>
          <a:xfrm>
            <a:off x="457200" y="4228200"/>
            <a:ext cx="8229240" cy="2093400"/>
          </a:xfrm>
          <a:prstGeom prst="rect">
            <a:avLst/>
          </a:prstGeom>
        </p:spPr>
        <p:txBody>
          <a:bodyPr lIns="0" tIns="0" rIns="0" bIns="0">
            <a:normAutofit/>
          </a:bodyPr>
          <a:lstStyle/>
          <a:p>
            <a:endParaRPr lang="es-ES" sz="2600" b="0" strike="noStrike" spc="-1">
              <a:solidFill>
                <a:srgbClr val="000000"/>
              </a:solidFill>
              <a:latin typeface="Constantia"/>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80" name="PlaceHolder 1"/>
          <p:cNvSpPr>
            <a:spLocks noGrp="1"/>
          </p:cNvSpPr>
          <p:nvPr>
            <p:ph type="title"/>
          </p:nvPr>
        </p:nvSpPr>
        <p:spPr>
          <a:xfrm>
            <a:off x="457200" y="704160"/>
            <a:ext cx="8229240" cy="1142640"/>
          </a:xfrm>
          <a:prstGeom prst="rect">
            <a:avLst/>
          </a:prstGeom>
        </p:spPr>
        <p:txBody>
          <a:bodyPr lIns="0" tIns="0" rIns="0" bIns="0" anchor="ctr">
            <a:noAutofit/>
          </a:bodyPr>
          <a:lstStyle/>
          <a:p>
            <a:endParaRPr lang="es-ES" sz="1800" b="0" strike="noStrike" spc="-1">
              <a:solidFill>
                <a:srgbClr val="000000"/>
              </a:solidFill>
              <a:latin typeface="Constantia"/>
            </a:endParaRPr>
          </a:p>
        </p:txBody>
      </p:sp>
      <p:sp>
        <p:nvSpPr>
          <p:cNvPr id="81" name="PlaceHolder 2"/>
          <p:cNvSpPr>
            <a:spLocks noGrp="1"/>
          </p:cNvSpPr>
          <p:nvPr>
            <p:ph type="body"/>
          </p:nvPr>
        </p:nvSpPr>
        <p:spPr>
          <a:xfrm>
            <a:off x="457200" y="1935360"/>
            <a:ext cx="4015800" cy="2093400"/>
          </a:xfrm>
          <a:prstGeom prst="rect">
            <a:avLst/>
          </a:prstGeom>
        </p:spPr>
        <p:txBody>
          <a:bodyPr lIns="0" tIns="0" rIns="0" bIns="0">
            <a:normAutofit/>
          </a:bodyPr>
          <a:lstStyle/>
          <a:p>
            <a:endParaRPr lang="es-ES" sz="2600" b="0" strike="noStrike" spc="-1">
              <a:solidFill>
                <a:srgbClr val="000000"/>
              </a:solidFill>
              <a:latin typeface="Constantia"/>
            </a:endParaRPr>
          </a:p>
        </p:txBody>
      </p:sp>
      <p:sp>
        <p:nvSpPr>
          <p:cNvPr id="82" name="PlaceHolder 3"/>
          <p:cNvSpPr>
            <a:spLocks noGrp="1"/>
          </p:cNvSpPr>
          <p:nvPr>
            <p:ph type="body"/>
          </p:nvPr>
        </p:nvSpPr>
        <p:spPr>
          <a:xfrm>
            <a:off x="4674240" y="1935360"/>
            <a:ext cx="4015800" cy="2093400"/>
          </a:xfrm>
          <a:prstGeom prst="rect">
            <a:avLst/>
          </a:prstGeom>
        </p:spPr>
        <p:txBody>
          <a:bodyPr lIns="0" tIns="0" rIns="0" bIns="0">
            <a:normAutofit/>
          </a:bodyPr>
          <a:lstStyle/>
          <a:p>
            <a:endParaRPr lang="es-ES" sz="2600" b="0" strike="noStrike" spc="-1">
              <a:solidFill>
                <a:srgbClr val="000000"/>
              </a:solidFill>
              <a:latin typeface="Constantia"/>
            </a:endParaRPr>
          </a:p>
        </p:txBody>
      </p:sp>
      <p:sp>
        <p:nvSpPr>
          <p:cNvPr id="83" name="PlaceHolder 4"/>
          <p:cNvSpPr>
            <a:spLocks noGrp="1"/>
          </p:cNvSpPr>
          <p:nvPr>
            <p:ph type="body"/>
          </p:nvPr>
        </p:nvSpPr>
        <p:spPr>
          <a:xfrm>
            <a:off x="457200" y="4228200"/>
            <a:ext cx="4015800" cy="2093400"/>
          </a:xfrm>
          <a:prstGeom prst="rect">
            <a:avLst/>
          </a:prstGeom>
        </p:spPr>
        <p:txBody>
          <a:bodyPr lIns="0" tIns="0" rIns="0" bIns="0">
            <a:normAutofit/>
          </a:bodyPr>
          <a:lstStyle/>
          <a:p>
            <a:endParaRPr lang="es-ES" sz="2600" b="0" strike="noStrike" spc="-1">
              <a:solidFill>
                <a:srgbClr val="000000"/>
              </a:solidFill>
              <a:latin typeface="Constantia"/>
            </a:endParaRPr>
          </a:p>
        </p:txBody>
      </p:sp>
      <p:sp>
        <p:nvSpPr>
          <p:cNvPr id="84" name="PlaceHolder 5"/>
          <p:cNvSpPr>
            <a:spLocks noGrp="1"/>
          </p:cNvSpPr>
          <p:nvPr>
            <p:ph type="body"/>
          </p:nvPr>
        </p:nvSpPr>
        <p:spPr>
          <a:xfrm>
            <a:off x="4674240" y="4228200"/>
            <a:ext cx="4015800" cy="2093400"/>
          </a:xfrm>
          <a:prstGeom prst="rect">
            <a:avLst/>
          </a:prstGeom>
        </p:spPr>
        <p:txBody>
          <a:bodyPr lIns="0" tIns="0" rIns="0" bIns="0">
            <a:normAutofit/>
          </a:bodyPr>
          <a:lstStyle/>
          <a:p>
            <a:endParaRPr lang="es-ES" sz="2600" b="0" strike="noStrike" spc="-1">
              <a:solidFill>
                <a:srgbClr val="000000"/>
              </a:solidFill>
              <a:latin typeface="Constantia"/>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85" name="PlaceHolder 1"/>
          <p:cNvSpPr>
            <a:spLocks noGrp="1"/>
          </p:cNvSpPr>
          <p:nvPr>
            <p:ph type="title"/>
          </p:nvPr>
        </p:nvSpPr>
        <p:spPr>
          <a:xfrm>
            <a:off x="457200" y="704160"/>
            <a:ext cx="8229240" cy="1142640"/>
          </a:xfrm>
          <a:prstGeom prst="rect">
            <a:avLst/>
          </a:prstGeom>
        </p:spPr>
        <p:txBody>
          <a:bodyPr lIns="0" tIns="0" rIns="0" bIns="0" anchor="ctr">
            <a:noAutofit/>
          </a:bodyPr>
          <a:lstStyle/>
          <a:p>
            <a:endParaRPr lang="es-ES" sz="1800" b="0" strike="noStrike" spc="-1">
              <a:solidFill>
                <a:srgbClr val="000000"/>
              </a:solidFill>
              <a:latin typeface="Constantia"/>
            </a:endParaRPr>
          </a:p>
        </p:txBody>
      </p:sp>
      <p:sp>
        <p:nvSpPr>
          <p:cNvPr id="86" name="PlaceHolder 2"/>
          <p:cNvSpPr>
            <a:spLocks noGrp="1"/>
          </p:cNvSpPr>
          <p:nvPr>
            <p:ph type="body"/>
          </p:nvPr>
        </p:nvSpPr>
        <p:spPr>
          <a:xfrm>
            <a:off x="457200" y="1935360"/>
            <a:ext cx="2649600" cy="2093400"/>
          </a:xfrm>
          <a:prstGeom prst="rect">
            <a:avLst/>
          </a:prstGeom>
        </p:spPr>
        <p:txBody>
          <a:bodyPr lIns="0" tIns="0" rIns="0" bIns="0">
            <a:normAutofit/>
          </a:bodyPr>
          <a:lstStyle/>
          <a:p>
            <a:endParaRPr lang="es-ES" sz="2600" b="0" strike="noStrike" spc="-1">
              <a:solidFill>
                <a:srgbClr val="000000"/>
              </a:solidFill>
              <a:latin typeface="Constantia"/>
            </a:endParaRPr>
          </a:p>
        </p:txBody>
      </p:sp>
      <p:sp>
        <p:nvSpPr>
          <p:cNvPr id="87" name="PlaceHolder 3"/>
          <p:cNvSpPr>
            <a:spLocks noGrp="1"/>
          </p:cNvSpPr>
          <p:nvPr>
            <p:ph type="body"/>
          </p:nvPr>
        </p:nvSpPr>
        <p:spPr>
          <a:xfrm>
            <a:off x="3239640" y="1935360"/>
            <a:ext cx="2649600" cy="2093400"/>
          </a:xfrm>
          <a:prstGeom prst="rect">
            <a:avLst/>
          </a:prstGeom>
        </p:spPr>
        <p:txBody>
          <a:bodyPr lIns="0" tIns="0" rIns="0" bIns="0">
            <a:normAutofit/>
          </a:bodyPr>
          <a:lstStyle/>
          <a:p>
            <a:endParaRPr lang="es-ES" sz="2600" b="0" strike="noStrike" spc="-1">
              <a:solidFill>
                <a:srgbClr val="000000"/>
              </a:solidFill>
              <a:latin typeface="Constantia"/>
            </a:endParaRPr>
          </a:p>
        </p:txBody>
      </p:sp>
      <p:sp>
        <p:nvSpPr>
          <p:cNvPr id="88" name="PlaceHolder 4"/>
          <p:cNvSpPr>
            <a:spLocks noGrp="1"/>
          </p:cNvSpPr>
          <p:nvPr>
            <p:ph type="body"/>
          </p:nvPr>
        </p:nvSpPr>
        <p:spPr>
          <a:xfrm>
            <a:off x="6022080" y="1935360"/>
            <a:ext cx="2649600" cy="2093400"/>
          </a:xfrm>
          <a:prstGeom prst="rect">
            <a:avLst/>
          </a:prstGeom>
        </p:spPr>
        <p:txBody>
          <a:bodyPr lIns="0" tIns="0" rIns="0" bIns="0">
            <a:normAutofit/>
          </a:bodyPr>
          <a:lstStyle/>
          <a:p>
            <a:endParaRPr lang="es-ES" sz="2600" b="0" strike="noStrike" spc="-1">
              <a:solidFill>
                <a:srgbClr val="000000"/>
              </a:solidFill>
              <a:latin typeface="Constantia"/>
            </a:endParaRPr>
          </a:p>
        </p:txBody>
      </p:sp>
      <p:sp>
        <p:nvSpPr>
          <p:cNvPr id="89" name="PlaceHolder 5"/>
          <p:cNvSpPr>
            <a:spLocks noGrp="1"/>
          </p:cNvSpPr>
          <p:nvPr>
            <p:ph type="body"/>
          </p:nvPr>
        </p:nvSpPr>
        <p:spPr>
          <a:xfrm>
            <a:off x="457200" y="4228200"/>
            <a:ext cx="2649600" cy="2093400"/>
          </a:xfrm>
          <a:prstGeom prst="rect">
            <a:avLst/>
          </a:prstGeom>
        </p:spPr>
        <p:txBody>
          <a:bodyPr lIns="0" tIns="0" rIns="0" bIns="0">
            <a:normAutofit/>
          </a:bodyPr>
          <a:lstStyle/>
          <a:p>
            <a:endParaRPr lang="es-ES" sz="2600" b="0" strike="noStrike" spc="-1">
              <a:solidFill>
                <a:srgbClr val="000000"/>
              </a:solidFill>
              <a:latin typeface="Constantia"/>
            </a:endParaRPr>
          </a:p>
        </p:txBody>
      </p:sp>
      <p:sp>
        <p:nvSpPr>
          <p:cNvPr id="90" name="PlaceHolder 6"/>
          <p:cNvSpPr>
            <a:spLocks noGrp="1"/>
          </p:cNvSpPr>
          <p:nvPr>
            <p:ph type="body"/>
          </p:nvPr>
        </p:nvSpPr>
        <p:spPr>
          <a:xfrm>
            <a:off x="3239640" y="4228200"/>
            <a:ext cx="2649600" cy="2093400"/>
          </a:xfrm>
          <a:prstGeom prst="rect">
            <a:avLst/>
          </a:prstGeom>
        </p:spPr>
        <p:txBody>
          <a:bodyPr lIns="0" tIns="0" rIns="0" bIns="0">
            <a:normAutofit/>
          </a:bodyPr>
          <a:lstStyle/>
          <a:p>
            <a:endParaRPr lang="es-ES" sz="2600" b="0" strike="noStrike" spc="-1">
              <a:solidFill>
                <a:srgbClr val="000000"/>
              </a:solidFill>
              <a:latin typeface="Constantia"/>
            </a:endParaRPr>
          </a:p>
        </p:txBody>
      </p:sp>
      <p:sp>
        <p:nvSpPr>
          <p:cNvPr id="91" name="PlaceHolder 7"/>
          <p:cNvSpPr>
            <a:spLocks noGrp="1"/>
          </p:cNvSpPr>
          <p:nvPr>
            <p:ph type="body"/>
          </p:nvPr>
        </p:nvSpPr>
        <p:spPr>
          <a:xfrm>
            <a:off x="6022080" y="4228200"/>
            <a:ext cx="2649600" cy="2093400"/>
          </a:xfrm>
          <a:prstGeom prst="rect">
            <a:avLst/>
          </a:prstGeom>
        </p:spPr>
        <p:txBody>
          <a:bodyPr lIns="0" tIns="0" rIns="0" bIns="0">
            <a:normAutofit/>
          </a:bodyPr>
          <a:lstStyle/>
          <a:p>
            <a:endParaRPr lang="es-ES" sz="2600" b="0" strike="noStrike" spc="-1">
              <a:solidFill>
                <a:srgbClr val="000000"/>
              </a:solidFill>
              <a:latin typeface="Constantia"/>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4AA2D6"/>
            </a:gs>
            <a:gs pos="100000">
              <a:srgbClr val="002B36"/>
            </a:gs>
          </a:gsLst>
          <a:path path="circle">
            <a:fillToRect l="50000" t="55000" r="50000" b="45000"/>
          </a:path>
        </a:gradFill>
        <a:effectLst/>
      </p:bgPr>
    </p:bg>
    <p:spTree>
      <p:nvGrpSpPr>
        <p:cNvPr id="1" name=""/>
        <p:cNvGrpSpPr/>
        <p:nvPr/>
      </p:nvGrpSpPr>
      <p:grpSpPr>
        <a:xfrm>
          <a:off x="0" y="0"/>
          <a:ext cx="0" cy="0"/>
          <a:chOff x="0" y="0"/>
          <a:chExt cx="0" cy="0"/>
        </a:xfrm>
      </p:grpSpPr>
      <p:sp>
        <p:nvSpPr>
          <p:cNvPr id="10" name="Freeform 6"/>
          <p:cNvSpPr/>
          <p:nvPr/>
        </p:nvSpPr>
        <p:spPr>
          <a:xfrm>
            <a:off x="-9360" y="-7200"/>
            <a:ext cx="9162720" cy="1041120"/>
          </a:xfrm>
          <a:custGeom>
            <a:avLst/>
            <a:gdLst/>
            <a:ahLst/>
            <a:cxnLst/>
            <a:rect l="l" t="t" r="r" b="b"/>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rotWithShape="0">
            <a:gsLst>
              <a:gs pos="0">
                <a:srgbClr val="0074A0">
                  <a:alpha val="45098"/>
                </a:srgbClr>
              </a:gs>
              <a:gs pos="100000">
                <a:srgbClr val="00C4CD">
                  <a:alpha val="55294"/>
                </a:srgbClr>
              </a:gs>
            </a:gsLst>
            <a:lin ang="5400000"/>
          </a:gradFill>
          <a:ln w="9525">
            <a:noFill/>
          </a:ln>
        </p:spPr>
        <p:style>
          <a:lnRef idx="0">
            <a:scrgbClr r="0" g="0" b="0"/>
          </a:lnRef>
          <a:fillRef idx="0">
            <a:scrgbClr r="0" g="0" b="0"/>
          </a:fillRef>
          <a:effectRef idx="0">
            <a:scrgbClr r="0" g="0" b="0"/>
          </a:effectRef>
          <a:fontRef idx="minor"/>
        </p:style>
      </p:sp>
      <p:sp>
        <p:nvSpPr>
          <p:cNvPr id="11" name="Freeform 7"/>
          <p:cNvSpPr/>
          <p:nvPr/>
        </p:nvSpPr>
        <p:spPr>
          <a:xfrm>
            <a:off x="4381560" y="-7200"/>
            <a:ext cx="4762080" cy="637920"/>
          </a:xfrm>
          <a:custGeom>
            <a:avLst/>
            <a:gdLst/>
            <a:ahLst/>
            <a:cxnLst/>
            <a:rect l="l" t="t" r="r" b="b"/>
            <a:pathLst>
              <a:path w="3000" h="595">
                <a:moveTo>
                  <a:pt x="0" y="0"/>
                </a:moveTo>
                <a:cubicBezTo>
                  <a:pt x="174" y="102"/>
                  <a:pt x="1168" y="533"/>
                  <a:pt x="1668" y="564"/>
                </a:cubicBezTo>
                <a:cubicBezTo>
                  <a:pt x="2168" y="595"/>
                  <a:pt x="2778" y="279"/>
                  <a:pt x="3000" y="186"/>
                </a:cubicBezTo>
                <a:lnTo>
                  <a:pt x="3000" y="6"/>
                </a:lnTo>
                <a:lnTo>
                  <a:pt x="0" y="0"/>
                </a:lnTo>
                <a:close/>
              </a:path>
            </a:pathLst>
          </a:custGeom>
          <a:gradFill rotWithShape="0">
            <a:gsLst>
              <a:gs pos="20000">
                <a:srgbClr val="008ABF">
                  <a:alpha val="45098"/>
                </a:srgbClr>
              </a:gs>
              <a:gs pos="100000">
                <a:srgbClr val="00A0A8">
                  <a:alpha val="30196"/>
                </a:srgbClr>
              </a:gs>
            </a:gsLst>
            <a:lin ang="16200000"/>
          </a:gradFill>
          <a:ln w="9525">
            <a:noFill/>
          </a:ln>
        </p:spPr>
        <p:style>
          <a:lnRef idx="0">
            <a:scrgbClr r="0" g="0" b="0"/>
          </a:lnRef>
          <a:fillRef idx="0">
            <a:scrgbClr r="0" g="0" b="0"/>
          </a:fillRef>
          <a:effectRef idx="0">
            <a:scrgbClr r="0" g="0" b="0"/>
          </a:effectRef>
          <a:fontRef idx="minor"/>
        </p:style>
      </p:sp>
      <p:grpSp>
        <p:nvGrpSpPr>
          <p:cNvPr id="2" name="Group 1"/>
          <p:cNvGrpSpPr/>
          <p:nvPr/>
        </p:nvGrpSpPr>
        <p:grpSpPr>
          <a:xfrm>
            <a:off x="-29160" y="-16560"/>
            <a:ext cx="9197640" cy="1086120"/>
            <a:chOff x="-29160" y="-16560"/>
            <a:chExt cx="9197640" cy="1086120"/>
          </a:xfrm>
        </p:grpSpPr>
        <p:sp>
          <p:nvSpPr>
            <p:cNvPr id="3" name="Freeform 11"/>
            <p:cNvSpPr/>
            <p:nvPr/>
          </p:nvSpPr>
          <p:spPr>
            <a:xfrm rot="21435600">
              <a:off x="-18720" y="201960"/>
              <a:ext cx="9162720" cy="648720"/>
            </a:xfrm>
            <a:custGeom>
              <a:avLst/>
              <a:gdLst/>
              <a:ahLst/>
              <a:cxnLst/>
              <a:rect l="l" t="t" r="r" b="b"/>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a:solidFill>
                <a:srgbClr val="09B7BF"/>
              </a:solidFill>
              <a:round/>
            </a:ln>
          </p:spPr>
          <p:style>
            <a:lnRef idx="0">
              <a:scrgbClr r="0" g="0" b="0"/>
            </a:lnRef>
            <a:fillRef idx="0">
              <a:scrgbClr r="0" g="0" b="0"/>
            </a:fillRef>
            <a:effectRef idx="0">
              <a:scrgbClr r="0" g="0" b="0"/>
            </a:effectRef>
            <a:fontRef idx="minor"/>
          </p:style>
        </p:sp>
        <p:sp>
          <p:nvSpPr>
            <p:cNvPr id="4" name="Freeform 12"/>
            <p:cNvSpPr/>
            <p:nvPr/>
          </p:nvSpPr>
          <p:spPr>
            <a:xfrm rot="21435600">
              <a:off x="-14040" y="275400"/>
              <a:ext cx="9175320" cy="529920"/>
            </a:xfrm>
            <a:custGeom>
              <a:avLst/>
              <a:gdLst/>
              <a:ahLst/>
              <a:cxnLst/>
              <a:rect l="l" t="t" r="r" b="b"/>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a:solidFill>
                <a:srgbClr val="0F6FC6"/>
              </a:solidFill>
              <a:round/>
            </a:ln>
          </p:spPr>
          <p:style>
            <a:lnRef idx="0">
              <a:scrgbClr r="0" g="0" b="0"/>
            </a:lnRef>
            <a:fillRef idx="0">
              <a:scrgbClr r="0" g="0" b="0"/>
            </a:fillRef>
            <a:effectRef idx="0">
              <a:scrgbClr r="0" g="0" b="0"/>
            </a:effectRef>
            <a:fontRef idx="minor"/>
          </p:style>
        </p:sp>
      </p:grpSp>
      <p:sp>
        <p:nvSpPr>
          <p:cNvPr id="5" name="PlaceHolder 1"/>
          <p:cNvSpPr>
            <a:spLocks noGrp="1"/>
          </p:cNvSpPr>
          <p:nvPr>
            <p:ph type="title"/>
          </p:nvPr>
        </p:nvSpPr>
        <p:spPr>
          <a:xfrm>
            <a:off x="530280" y="1316880"/>
            <a:ext cx="7772040" cy="1362240"/>
          </a:xfrm>
          <a:prstGeom prst="rect">
            <a:avLst/>
          </a:prstGeom>
        </p:spPr>
        <p:txBody>
          <a:bodyPr lIns="0" tIns="0" rIns="0" bIns="0" anchor="b">
            <a:noAutofit/>
          </a:bodyPr>
          <a:lstStyle/>
          <a:p>
            <a:pPr>
              <a:lnSpc>
                <a:spcPct val="100000"/>
              </a:lnSpc>
            </a:pPr>
            <a:r>
              <a:rPr lang="es-ES" sz="5600" b="1" strike="noStrike" spc="-1">
                <a:solidFill>
                  <a:srgbClr val="4FE3AC"/>
                </a:solidFill>
                <a:latin typeface="Calibri"/>
              </a:rPr>
              <a:t>Haga clic para modificar el estilo de título del patrón</a:t>
            </a:r>
            <a:endParaRPr lang="es-ES" sz="5600" b="0" strike="noStrike" spc="-1">
              <a:solidFill>
                <a:srgbClr val="FFFFFF"/>
              </a:solidFill>
              <a:latin typeface="Constantia"/>
            </a:endParaRPr>
          </a:p>
        </p:txBody>
      </p:sp>
      <p:sp>
        <p:nvSpPr>
          <p:cNvPr id="6" name="PlaceHolder 2"/>
          <p:cNvSpPr>
            <a:spLocks noGrp="1"/>
          </p:cNvSpPr>
          <p:nvPr>
            <p:ph type="body"/>
          </p:nvPr>
        </p:nvSpPr>
        <p:spPr>
          <a:xfrm>
            <a:off x="530280" y="2704680"/>
            <a:ext cx="7772040" cy="1509480"/>
          </a:xfrm>
          <a:prstGeom prst="rect">
            <a:avLst/>
          </a:prstGeom>
        </p:spPr>
        <p:txBody>
          <a:bodyPr lIns="45720" tIns="45000" rIns="45720" bIns="45000">
            <a:noAutofit/>
          </a:bodyPr>
          <a:lstStyle/>
          <a:p>
            <a:pPr>
              <a:lnSpc>
                <a:spcPct val="100000"/>
              </a:lnSpc>
              <a:spcBef>
                <a:spcPts val="439"/>
              </a:spcBef>
              <a:tabLst>
                <a:tab pos="0" algn="l"/>
              </a:tabLst>
            </a:pPr>
            <a:r>
              <a:rPr lang="es-ES" sz="2200" b="0" strike="noStrike" spc="-1">
                <a:solidFill>
                  <a:srgbClr val="FFFFFF"/>
                </a:solidFill>
                <a:latin typeface="Constantia"/>
              </a:rPr>
              <a:t>Haga clic para modificar el estilo de texto del patrón</a:t>
            </a:r>
          </a:p>
        </p:txBody>
      </p:sp>
      <p:sp>
        <p:nvSpPr>
          <p:cNvPr id="7" name="PlaceHolder 3"/>
          <p:cNvSpPr>
            <a:spLocks noGrp="1"/>
          </p:cNvSpPr>
          <p:nvPr>
            <p:ph type="dt"/>
          </p:nvPr>
        </p:nvSpPr>
        <p:spPr>
          <a:xfrm>
            <a:off x="457200" y="6356520"/>
            <a:ext cx="2133360" cy="364680"/>
          </a:xfrm>
          <a:prstGeom prst="rect">
            <a:avLst/>
          </a:prstGeom>
        </p:spPr>
        <p:txBody>
          <a:bodyPr lIns="0" tIns="0" rIns="0" bIns="0" anchor="b">
            <a:noAutofit/>
          </a:bodyPr>
          <a:lstStyle/>
          <a:p>
            <a:pPr>
              <a:lnSpc>
                <a:spcPct val="100000"/>
              </a:lnSpc>
            </a:pPr>
            <a:fld id="{729B7CA4-1FD0-4B39-A3AE-453B0EDF87DE}" type="datetime1">
              <a:rPr lang="en-US" sz="1200" b="0" strike="noStrike" spc="-1">
                <a:solidFill>
                  <a:srgbClr val="D1EAED"/>
                </a:solidFill>
                <a:latin typeface="Constantia"/>
              </a:rPr>
              <a:t>9/11/2025</a:t>
            </a:fld>
            <a:endParaRPr lang="es-ES" sz="1200" b="0" strike="noStrike" spc="-1">
              <a:latin typeface="Times New Roman"/>
            </a:endParaRPr>
          </a:p>
        </p:txBody>
      </p:sp>
      <p:sp>
        <p:nvSpPr>
          <p:cNvPr id="8" name="PlaceHolder 4"/>
          <p:cNvSpPr>
            <a:spLocks noGrp="1"/>
          </p:cNvSpPr>
          <p:nvPr>
            <p:ph type="ftr"/>
          </p:nvPr>
        </p:nvSpPr>
        <p:spPr>
          <a:xfrm>
            <a:off x="2666880" y="6356520"/>
            <a:ext cx="3352320" cy="364680"/>
          </a:xfrm>
          <a:prstGeom prst="rect">
            <a:avLst/>
          </a:prstGeom>
        </p:spPr>
        <p:txBody>
          <a:bodyPr lIns="0" tIns="0" rIns="0" bIns="0" anchor="b">
            <a:noAutofit/>
          </a:bodyPr>
          <a:lstStyle/>
          <a:p>
            <a:endParaRPr lang="es-ES" sz="2400" b="0" strike="noStrike" spc="-1">
              <a:latin typeface="Times New Roman"/>
            </a:endParaRPr>
          </a:p>
        </p:txBody>
      </p:sp>
      <p:sp>
        <p:nvSpPr>
          <p:cNvPr id="9" name="PlaceHolder 5"/>
          <p:cNvSpPr>
            <a:spLocks noGrp="1"/>
          </p:cNvSpPr>
          <p:nvPr>
            <p:ph type="sldNum"/>
          </p:nvPr>
        </p:nvSpPr>
        <p:spPr>
          <a:xfrm>
            <a:off x="7924680" y="6356520"/>
            <a:ext cx="761760" cy="364680"/>
          </a:xfrm>
          <a:prstGeom prst="rect">
            <a:avLst/>
          </a:prstGeom>
        </p:spPr>
        <p:txBody>
          <a:bodyPr lIns="0" tIns="0" rIns="0" bIns="0" anchor="b">
            <a:noAutofit/>
          </a:bodyPr>
          <a:lstStyle/>
          <a:p>
            <a:pPr algn="r">
              <a:lnSpc>
                <a:spcPct val="100000"/>
              </a:lnSpc>
            </a:pPr>
            <a:fld id="{20A0387B-9DE7-4E07-84E6-BBFEC25A22E9}" type="slidenum">
              <a:rPr lang="es-ES" sz="1200" b="0" strike="noStrike" spc="-1">
                <a:solidFill>
                  <a:srgbClr val="D1EAED"/>
                </a:solidFill>
                <a:latin typeface="Constantia"/>
              </a:rPr>
              <a:t>‹#›</a:t>
            </a:fld>
            <a:endParaRPr lang="es-ES"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rotWithShape="0">
          <a:blip r:embed="rId14"/>
          <a:tile/>
        </a:blipFill>
        <a:effectLst/>
      </p:bgPr>
    </p:bg>
    <p:spTree>
      <p:nvGrpSpPr>
        <p:cNvPr id="1" name=""/>
        <p:cNvGrpSpPr/>
        <p:nvPr/>
      </p:nvGrpSpPr>
      <p:grpSpPr>
        <a:xfrm>
          <a:off x="0" y="0"/>
          <a:ext cx="0" cy="0"/>
          <a:chOff x="0" y="0"/>
          <a:chExt cx="0" cy="0"/>
        </a:xfrm>
      </p:grpSpPr>
      <p:sp>
        <p:nvSpPr>
          <p:cNvPr id="46" name="Freeform 6"/>
          <p:cNvSpPr/>
          <p:nvPr/>
        </p:nvSpPr>
        <p:spPr>
          <a:xfrm>
            <a:off x="-9360" y="-7200"/>
            <a:ext cx="9162720" cy="1041120"/>
          </a:xfrm>
          <a:custGeom>
            <a:avLst/>
            <a:gdLst/>
            <a:ahLst/>
            <a:cxnLst/>
            <a:rect l="l" t="t" r="r" b="b"/>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rotWithShape="0">
            <a:gsLst>
              <a:gs pos="0">
                <a:srgbClr val="0074A0">
                  <a:alpha val="45098"/>
                </a:srgbClr>
              </a:gs>
              <a:gs pos="100000">
                <a:srgbClr val="00C4CD">
                  <a:alpha val="55294"/>
                </a:srgbClr>
              </a:gs>
            </a:gsLst>
            <a:lin ang="5400000"/>
          </a:gradFill>
          <a:ln w="9525">
            <a:noFill/>
          </a:ln>
        </p:spPr>
        <p:style>
          <a:lnRef idx="0">
            <a:scrgbClr r="0" g="0" b="0"/>
          </a:lnRef>
          <a:fillRef idx="0">
            <a:scrgbClr r="0" g="0" b="0"/>
          </a:fillRef>
          <a:effectRef idx="0">
            <a:scrgbClr r="0" g="0" b="0"/>
          </a:effectRef>
          <a:fontRef idx="minor"/>
        </p:style>
      </p:sp>
      <p:sp>
        <p:nvSpPr>
          <p:cNvPr id="47" name="Freeform 7"/>
          <p:cNvSpPr/>
          <p:nvPr/>
        </p:nvSpPr>
        <p:spPr>
          <a:xfrm>
            <a:off x="4381560" y="-7200"/>
            <a:ext cx="4762080" cy="637920"/>
          </a:xfrm>
          <a:custGeom>
            <a:avLst/>
            <a:gdLst/>
            <a:ahLst/>
            <a:cxnLst/>
            <a:rect l="l" t="t" r="r" b="b"/>
            <a:pathLst>
              <a:path w="3000" h="595">
                <a:moveTo>
                  <a:pt x="0" y="0"/>
                </a:moveTo>
                <a:cubicBezTo>
                  <a:pt x="174" y="102"/>
                  <a:pt x="1168" y="533"/>
                  <a:pt x="1668" y="564"/>
                </a:cubicBezTo>
                <a:cubicBezTo>
                  <a:pt x="2168" y="595"/>
                  <a:pt x="2778" y="279"/>
                  <a:pt x="3000" y="186"/>
                </a:cubicBezTo>
                <a:lnTo>
                  <a:pt x="3000" y="6"/>
                </a:lnTo>
                <a:lnTo>
                  <a:pt x="0" y="0"/>
                </a:lnTo>
                <a:close/>
              </a:path>
            </a:pathLst>
          </a:custGeom>
          <a:gradFill rotWithShape="0">
            <a:gsLst>
              <a:gs pos="20000">
                <a:srgbClr val="008ABF">
                  <a:alpha val="45098"/>
                </a:srgbClr>
              </a:gs>
              <a:gs pos="100000">
                <a:srgbClr val="00A0A8">
                  <a:alpha val="30196"/>
                </a:srgbClr>
              </a:gs>
            </a:gsLst>
            <a:lin ang="16200000"/>
          </a:gradFill>
          <a:ln w="9525">
            <a:noFill/>
          </a:ln>
        </p:spPr>
        <p:style>
          <a:lnRef idx="0">
            <a:scrgbClr r="0" g="0" b="0"/>
          </a:lnRef>
          <a:fillRef idx="0">
            <a:scrgbClr r="0" g="0" b="0"/>
          </a:fillRef>
          <a:effectRef idx="0">
            <a:scrgbClr r="0" g="0" b="0"/>
          </a:effectRef>
          <a:fontRef idx="minor"/>
        </p:style>
      </p:sp>
      <p:grpSp>
        <p:nvGrpSpPr>
          <p:cNvPr id="48" name="Group 1"/>
          <p:cNvGrpSpPr/>
          <p:nvPr/>
        </p:nvGrpSpPr>
        <p:grpSpPr>
          <a:xfrm>
            <a:off x="-29160" y="-16560"/>
            <a:ext cx="9197640" cy="1086120"/>
            <a:chOff x="-29160" y="-16560"/>
            <a:chExt cx="9197640" cy="1086120"/>
          </a:xfrm>
        </p:grpSpPr>
        <p:sp>
          <p:nvSpPr>
            <p:cNvPr id="49" name="Freeform 11"/>
            <p:cNvSpPr/>
            <p:nvPr/>
          </p:nvSpPr>
          <p:spPr>
            <a:xfrm rot="21435600">
              <a:off x="-18720" y="201960"/>
              <a:ext cx="9162720" cy="648720"/>
            </a:xfrm>
            <a:custGeom>
              <a:avLst/>
              <a:gdLst/>
              <a:ahLst/>
              <a:cxnLst/>
              <a:rect l="l" t="t" r="r" b="b"/>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a:solidFill>
                <a:srgbClr val="09B7BF"/>
              </a:solidFill>
              <a:round/>
            </a:ln>
          </p:spPr>
          <p:style>
            <a:lnRef idx="0">
              <a:scrgbClr r="0" g="0" b="0"/>
            </a:lnRef>
            <a:fillRef idx="0">
              <a:scrgbClr r="0" g="0" b="0"/>
            </a:fillRef>
            <a:effectRef idx="0">
              <a:scrgbClr r="0" g="0" b="0"/>
            </a:effectRef>
            <a:fontRef idx="minor"/>
          </p:style>
        </p:sp>
        <p:sp>
          <p:nvSpPr>
            <p:cNvPr id="50" name="Freeform 12"/>
            <p:cNvSpPr/>
            <p:nvPr/>
          </p:nvSpPr>
          <p:spPr>
            <a:xfrm rot="21435600">
              <a:off x="-14040" y="275400"/>
              <a:ext cx="9175320" cy="529920"/>
            </a:xfrm>
            <a:custGeom>
              <a:avLst/>
              <a:gdLst/>
              <a:ahLst/>
              <a:cxnLst/>
              <a:rect l="l" t="t" r="r" b="b"/>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a:solidFill>
                <a:srgbClr val="0F6FC6"/>
              </a:solidFill>
              <a:round/>
            </a:ln>
          </p:spPr>
          <p:style>
            <a:lnRef idx="0">
              <a:scrgbClr r="0" g="0" b="0"/>
            </a:lnRef>
            <a:fillRef idx="0">
              <a:scrgbClr r="0" g="0" b="0"/>
            </a:fillRef>
            <a:effectRef idx="0">
              <a:scrgbClr r="0" g="0" b="0"/>
            </a:effectRef>
            <a:fontRef idx="minor"/>
          </p:style>
        </p:sp>
      </p:grpSp>
      <p:sp>
        <p:nvSpPr>
          <p:cNvPr id="51" name="PlaceHolder 1"/>
          <p:cNvSpPr>
            <a:spLocks noGrp="1"/>
          </p:cNvSpPr>
          <p:nvPr>
            <p:ph type="title"/>
          </p:nvPr>
        </p:nvSpPr>
        <p:spPr>
          <a:xfrm>
            <a:off x="457200" y="704160"/>
            <a:ext cx="8229240" cy="1142640"/>
          </a:xfrm>
          <a:prstGeom prst="rect">
            <a:avLst/>
          </a:prstGeom>
        </p:spPr>
        <p:txBody>
          <a:bodyPr lIns="0" tIns="45000" rIns="0" bIns="0" anchor="b">
            <a:noAutofit/>
          </a:bodyPr>
          <a:lstStyle/>
          <a:p>
            <a:pPr>
              <a:lnSpc>
                <a:spcPct val="100000"/>
              </a:lnSpc>
            </a:pPr>
            <a:r>
              <a:rPr lang="es-ES" sz="5000" b="0" strike="noStrike" spc="-1">
                <a:solidFill>
                  <a:srgbClr val="04617B"/>
                </a:solidFill>
                <a:latin typeface="Calibri"/>
              </a:rPr>
              <a:t>Haga clic para modificar el estilo de título del patrón</a:t>
            </a:r>
            <a:endParaRPr lang="es-ES" sz="5000" b="0" strike="noStrike" spc="-1">
              <a:solidFill>
                <a:srgbClr val="000000"/>
              </a:solidFill>
              <a:latin typeface="Constantia"/>
            </a:endParaRPr>
          </a:p>
        </p:txBody>
      </p:sp>
      <p:sp>
        <p:nvSpPr>
          <p:cNvPr id="52" name="PlaceHolder 2"/>
          <p:cNvSpPr>
            <a:spLocks noGrp="1"/>
          </p:cNvSpPr>
          <p:nvPr>
            <p:ph type="body"/>
          </p:nvPr>
        </p:nvSpPr>
        <p:spPr>
          <a:xfrm>
            <a:off x="457200" y="1935360"/>
            <a:ext cx="8229240" cy="4388760"/>
          </a:xfrm>
          <a:prstGeom prst="rect">
            <a:avLst/>
          </a:prstGeom>
        </p:spPr>
        <p:txBody>
          <a:bodyPr lIns="90000" tIns="45000" rIns="90000" bIns="45000">
            <a:noAutofit/>
          </a:bodyPr>
          <a:lstStyle/>
          <a:p>
            <a:pPr marL="274320" indent="-273960">
              <a:lnSpc>
                <a:spcPct val="100000"/>
              </a:lnSpc>
              <a:spcBef>
                <a:spcPts val="519"/>
              </a:spcBef>
              <a:buClr>
                <a:srgbClr val="0BD0D9"/>
              </a:buClr>
              <a:buSzPct val="95000"/>
              <a:buFont typeface="Wingdings 2" charset="2"/>
              <a:buChar char=""/>
            </a:pPr>
            <a:r>
              <a:rPr lang="es-ES" sz="2600" b="0" strike="noStrike" spc="-1">
                <a:solidFill>
                  <a:srgbClr val="000000"/>
                </a:solidFill>
                <a:latin typeface="Constantia"/>
              </a:rPr>
              <a:t>Haga clic para modificar el estilo de texto del patrón</a:t>
            </a:r>
          </a:p>
          <a:p>
            <a:pPr marL="640080" lvl="1" indent="-246600">
              <a:lnSpc>
                <a:spcPct val="100000"/>
              </a:lnSpc>
              <a:spcBef>
                <a:spcPts val="479"/>
              </a:spcBef>
              <a:buClr>
                <a:srgbClr val="0F6FC6"/>
              </a:buClr>
              <a:buSzPct val="85000"/>
              <a:buFont typeface="Wingdings 2" charset="2"/>
              <a:buChar char=""/>
            </a:pPr>
            <a:r>
              <a:rPr lang="es-ES" sz="2400" b="0" strike="noStrike" spc="-1">
                <a:solidFill>
                  <a:srgbClr val="000000"/>
                </a:solidFill>
                <a:latin typeface="Constantia"/>
              </a:rPr>
              <a:t>Segundo nivel</a:t>
            </a:r>
          </a:p>
          <a:p>
            <a:pPr marL="914400" lvl="2" indent="-246600">
              <a:lnSpc>
                <a:spcPct val="100000"/>
              </a:lnSpc>
              <a:spcBef>
                <a:spcPts val="420"/>
              </a:spcBef>
              <a:buClr>
                <a:srgbClr val="009DD9"/>
              </a:buClr>
              <a:buSzPct val="70000"/>
              <a:buFont typeface="Wingdings 2" charset="2"/>
              <a:buChar char=""/>
            </a:pPr>
            <a:r>
              <a:rPr lang="es-ES" sz="2100" b="0" strike="noStrike" spc="-1">
                <a:solidFill>
                  <a:srgbClr val="000000"/>
                </a:solidFill>
                <a:latin typeface="Constantia"/>
              </a:rPr>
              <a:t>Tercer nivel</a:t>
            </a:r>
          </a:p>
          <a:p>
            <a:pPr marL="1188720" lvl="3" indent="-209880">
              <a:lnSpc>
                <a:spcPct val="100000"/>
              </a:lnSpc>
              <a:spcBef>
                <a:spcPts val="400"/>
              </a:spcBef>
              <a:buClr>
                <a:srgbClr val="0BD0D9"/>
              </a:buClr>
              <a:buSzPct val="65000"/>
              <a:buFont typeface="Wingdings 2" charset="2"/>
              <a:buChar char=""/>
            </a:pPr>
            <a:r>
              <a:rPr lang="es-ES" sz="2000" b="0" strike="noStrike" spc="-1">
                <a:solidFill>
                  <a:srgbClr val="000000"/>
                </a:solidFill>
                <a:latin typeface="Constantia"/>
              </a:rPr>
              <a:t>Cuarto nivel</a:t>
            </a:r>
          </a:p>
          <a:p>
            <a:pPr marL="1463040" lvl="4" indent="-209880">
              <a:lnSpc>
                <a:spcPct val="100000"/>
              </a:lnSpc>
              <a:spcBef>
                <a:spcPts val="400"/>
              </a:spcBef>
              <a:buClr>
                <a:srgbClr val="10CF9B"/>
              </a:buClr>
              <a:buSzPct val="65000"/>
              <a:buFont typeface="Wingdings 2" charset="2"/>
              <a:buChar char=""/>
            </a:pPr>
            <a:r>
              <a:rPr lang="es-ES" sz="2000" b="0" strike="noStrike" spc="-1">
                <a:solidFill>
                  <a:srgbClr val="000000"/>
                </a:solidFill>
                <a:latin typeface="Constantia"/>
              </a:rPr>
              <a:t>Quinto nivel</a:t>
            </a:r>
          </a:p>
        </p:txBody>
      </p:sp>
      <p:sp>
        <p:nvSpPr>
          <p:cNvPr id="53" name="PlaceHolder 3"/>
          <p:cNvSpPr>
            <a:spLocks noGrp="1"/>
          </p:cNvSpPr>
          <p:nvPr>
            <p:ph type="dt"/>
          </p:nvPr>
        </p:nvSpPr>
        <p:spPr>
          <a:xfrm>
            <a:off x="457200" y="6356520"/>
            <a:ext cx="2133360" cy="364680"/>
          </a:xfrm>
          <a:prstGeom prst="rect">
            <a:avLst/>
          </a:prstGeom>
        </p:spPr>
        <p:txBody>
          <a:bodyPr lIns="0" tIns="0" rIns="0" bIns="0" anchor="b">
            <a:noAutofit/>
          </a:bodyPr>
          <a:lstStyle/>
          <a:p>
            <a:pPr>
              <a:lnSpc>
                <a:spcPct val="100000"/>
              </a:lnSpc>
            </a:pPr>
            <a:fld id="{B70810F0-6314-416C-9313-4AE8DD9F4333}" type="datetime1">
              <a:rPr lang="en-US" sz="1200" b="0" strike="noStrike" spc="-1">
                <a:solidFill>
                  <a:srgbClr val="035C75"/>
                </a:solidFill>
                <a:latin typeface="Constantia"/>
              </a:rPr>
              <a:t>9/11/2025</a:t>
            </a:fld>
            <a:endParaRPr lang="es-ES" sz="1200" b="0" strike="noStrike" spc="-1">
              <a:latin typeface="Times New Roman"/>
            </a:endParaRPr>
          </a:p>
        </p:txBody>
      </p:sp>
      <p:sp>
        <p:nvSpPr>
          <p:cNvPr id="54" name="PlaceHolder 4"/>
          <p:cNvSpPr>
            <a:spLocks noGrp="1"/>
          </p:cNvSpPr>
          <p:nvPr>
            <p:ph type="ftr"/>
          </p:nvPr>
        </p:nvSpPr>
        <p:spPr>
          <a:xfrm>
            <a:off x="2666880" y="6356520"/>
            <a:ext cx="3352320" cy="364680"/>
          </a:xfrm>
          <a:prstGeom prst="rect">
            <a:avLst/>
          </a:prstGeom>
        </p:spPr>
        <p:txBody>
          <a:bodyPr lIns="0" tIns="0" rIns="0" bIns="0" anchor="b">
            <a:noAutofit/>
          </a:bodyPr>
          <a:lstStyle/>
          <a:p>
            <a:endParaRPr lang="es-ES" sz="2400" b="0" strike="noStrike" spc="-1">
              <a:latin typeface="Times New Roman"/>
            </a:endParaRPr>
          </a:p>
        </p:txBody>
      </p:sp>
      <p:sp>
        <p:nvSpPr>
          <p:cNvPr id="55" name="PlaceHolder 5"/>
          <p:cNvSpPr>
            <a:spLocks noGrp="1"/>
          </p:cNvSpPr>
          <p:nvPr>
            <p:ph type="sldNum"/>
          </p:nvPr>
        </p:nvSpPr>
        <p:spPr>
          <a:xfrm>
            <a:off x="7924680" y="6356520"/>
            <a:ext cx="761760" cy="364680"/>
          </a:xfrm>
          <a:prstGeom prst="rect">
            <a:avLst/>
          </a:prstGeom>
        </p:spPr>
        <p:txBody>
          <a:bodyPr lIns="0" tIns="0" rIns="0" bIns="0" anchor="b">
            <a:noAutofit/>
          </a:bodyPr>
          <a:lstStyle/>
          <a:p>
            <a:pPr algn="r">
              <a:lnSpc>
                <a:spcPct val="100000"/>
              </a:lnSpc>
            </a:pPr>
            <a:fld id="{02F137A5-4F64-48D8-BE90-279B0D712FF3}" type="slidenum">
              <a:rPr lang="es-ES" sz="1200" b="0" strike="noStrike" spc="-1">
                <a:solidFill>
                  <a:srgbClr val="035C75"/>
                </a:solidFill>
                <a:latin typeface="Constantia"/>
              </a:rPr>
              <a:t>‹#›</a:t>
            </a:fld>
            <a:endParaRPr lang="es-ES"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hyperlink" Target="https://css-tricks.com/examples/nth-child-tester/" TargetMode="External"/><Relationship Id="rId2" Type="http://schemas.openxmlformats.org/officeDocument/2006/relationships/hyperlink" Target="https://www.w3schools.com/css/css_pseudo_classes.asp" TargetMode="External"/><Relationship Id="rId1" Type="http://schemas.openxmlformats.org/officeDocument/2006/relationships/slideLayout" Target="../slideLayouts/slideLayout13.xml"/><Relationship Id="rId5" Type="http://schemas.openxmlformats.org/officeDocument/2006/relationships/hyperlink" Target="https://www.w3.org/TR/selectors-4/" TargetMode="External"/><Relationship Id="rId4" Type="http://schemas.openxmlformats.org/officeDocument/2006/relationships/hyperlink" Target="https://css4-selectors.com/selectors/"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hyperlink" Target="https://www.w3schools.com/css/css_pseudo_elements.asp" TargetMode="Externa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pecificity.keegan.st/" TargetMode="Externa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1 Título"/>
          <p:cNvSpPr txBox="1"/>
          <p:nvPr/>
        </p:nvSpPr>
        <p:spPr>
          <a:xfrm>
            <a:off x="870120" y="3089520"/>
            <a:ext cx="7772040" cy="1362240"/>
          </a:xfrm>
          <a:prstGeom prst="rect">
            <a:avLst/>
          </a:prstGeom>
          <a:noFill/>
          <a:ln w="0">
            <a:noFill/>
          </a:ln>
        </p:spPr>
        <p:txBody>
          <a:bodyPr lIns="0" tIns="0" rIns="0" bIns="0" anchor="b">
            <a:normAutofit/>
          </a:bodyPr>
          <a:lstStyle/>
          <a:p>
            <a:pPr algn="ctr">
              <a:lnSpc>
                <a:spcPct val="100000"/>
              </a:lnSpc>
            </a:pPr>
            <a:r>
              <a:rPr lang="es-ES" sz="5600" b="1" strike="noStrike" spc="-1">
                <a:solidFill>
                  <a:srgbClr val="FFFFFF"/>
                </a:solidFill>
                <a:latin typeface="Calibri"/>
              </a:rPr>
              <a:t>CSS - SELECTORES</a:t>
            </a:r>
            <a:endParaRPr lang="es-ES" sz="5600" b="0" strike="noStrike" spc="-1">
              <a:solidFill>
                <a:srgbClr val="FFFFFF"/>
              </a:solidFill>
              <a:latin typeface="Constantia"/>
            </a:endParaRPr>
          </a:p>
        </p:txBody>
      </p:sp>
      <p:sp>
        <p:nvSpPr>
          <p:cNvPr id="99" name="AutoShape 4"/>
          <p:cNvSpPr/>
          <p:nvPr/>
        </p:nvSpPr>
        <p:spPr>
          <a:xfrm>
            <a:off x="155520" y="-144360"/>
            <a:ext cx="304560" cy="304560"/>
          </a:xfrm>
          <a:prstGeom prst="rect">
            <a:avLst/>
          </a:prstGeom>
          <a:noFill/>
          <a:ln w="0">
            <a:noFill/>
          </a:ln>
        </p:spPr>
        <p:style>
          <a:lnRef idx="0">
            <a:scrgbClr r="0" g="0" b="0"/>
          </a:lnRef>
          <a:fillRef idx="0">
            <a:scrgbClr r="0" g="0" b="0"/>
          </a:fillRef>
          <a:effectRef idx="0">
            <a:scrgbClr r="0" g="0" b="0"/>
          </a:effectRef>
          <a:fontRef idx="minor"/>
        </p:style>
      </p:sp>
      <p:sp>
        <p:nvSpPr>
          <p:cNvPr id="100" name="AutoShape 6"/>
          <p:cNvSpPr/>
          <p:nvPr/>
        </p:nvSpPr>
        <p:spPr>
          <a:xfrm>
            <a:off x="307800" y="7920"/>
            <a:ext cx="304560" cy="304560"/>
          </a:xfrm>
          <a:prstGeom prst="rect">
            <a:avLst/>
          </a:prstGeom>
          <a:noFill/>
          <a:ln w="0">
            <a:noFill/>
          </a:ln>
        </p:spPr>
        <p:style>
          <a:lnRef idx="0">
            <a:scrgbClr r="0" g="0" b="0"/>
          </a:lnRef>
          <a:fillRef idx="0">
            <a:scrgbClr r="0" g="0" b="0"/>
          </a:fillRef>
          <a:effectRef idx="0">
            <a:scrgbClr r="0" g="0" b="0"/>
          </a:effectRef>
          <a:fontRef idx="minor"/>
        </p:style>
      </p:sp>
      <p:sp>
        <p:nvSpPr>
          <p:cNvPr id="101" name="Marcador de número de diapositiva 7"/>
          <p:cNvSpPr txBox="1"/>
          <p:nvPr/>
        </p:nvSpPr>
        <p:spPr>
          <a:xfrm>
            <a:off x="7924680" y="6356520"/>
            <a:ext cx="761760" cy="364680"/>
          </a:xfrm>
          <a:prstGeom prst="rect">
            <a:avLst/>
          </a:prstGeom>
          <a:noFill/>
          <a:ln w="0">
            <a:noFill/>
          </a:ln>
        </p:spPr>
        <p:txBody>
          <a:bodyPr lIns="0" tIns="0" rIns="0" bIns="0" anchor="b">
            <a:noAutofit/>
          </a:bodyPr>
          <a:lstStyle/>
          <a:p>
            <a:pPr algn="r">
              <a:lnSpc>
                <a:spcPct val="100000"/>
              </a:lnSpc>
            </a:pPr>
            <a:fld id="{CBE4EFE9-376A-4D72-9332-969D853EF6B4}" type="slidenum">
              <a:rPr lang="es-ES" sz="1200" b="0" strike="noStrike" spc="-1">
                <a:solidFill>
                  <a:srgbClr val="D1EAED"/>
                </a:solidFill>
                <a:latin typeface="Constantia"/>
              </a:rPr>
              <a:t>1</a:t>
            </a:fld>
            <a:endParaRPr lang="es-ES" sz="1200" b="0" strike="noStrike" spc="-1">
              <a:latin typeface="Times New Roman"/>
            </a:endParaRPr>
          </a:p>
        </p:txBody>
      </p:sp>
      <p:sp>
        <p:nvSpPr>
          <p:cNvPr id="102" name="AutoShape 2"/>
          <p:cNvSpPr/>
          <p:nvPr/>
        </p:nvSpPr>
        <p:spPr>
          <a:xfrm>
            <a:off x="460440" y="160200"/>
            <a:ext cx="304560" cy="304560"/>
          </a:xfrm>
          <a:prstGeom prst="rect">
            <a:avLst/>
          </a:prstGeom>
          <a:noFill/>
          <a:ln w="0">
            <a:noFill/>
          </a:ln>
        </p:spPr>
        <p:style>
          <a:lnRef idx="0">
            <a:scrgbClr r="0" g="0" b="0"/>
          </a:lnRef>
          <a:fillRef idx="0">
            <a:scrgbClr r="0" g="0" b="0"/>
          </a:fillRef>
          <a:effectRef idx="0">
            <a:scrgbClr r="0" g="0" b="0"/>
          </a:effectRef>
          <a:fontRef idx="minor"/>
        </p:style>
      </p:sp>
      <p:pic>
        <p:nvPicPr>
          <p:cNvPr id="103" name="Imagen 6"/>
          <p:cNvPicPr/>
          <p:nvPr/>
        </p:nvPicPr>
        <p:blipFill>
          <a:blip r:embed="rId3"/>
          <a:stretch/>
        </p:blipFill>
        <p:spPr>
          <a:xfrm>
            <a:off x="3564000" y="1484640"/>
            <a:ext cx="2133360" cy="1904760"/>
          </a:xfrm>
          <a:prstGeom prst="rect">
            <a:avLst/>
          </a:prstGeom>
          <a:ln w="0">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Título 1"/>
          <p:cNvSpPr txBox="1"/>
          <p:nvPr/>
        </p:nvSpPr>
        <p:spPr>
          <a:xfrm>
            <a:off x="457200" y="332640"/>
            <a:ext cx="8506800" cy="1142640"/>
          </a:xfrm>
          <a:prstGeom prst="rect">
            <a:avLst/>
          </a:prstGeom>
          <a:noFill/>
          <a:ln w="0">
            <a:noFill/>
          </a:ln>
        </p:spPr>
        <p:txBody>
          <a:bodyPr lIns="0" tIns="45000" rIns="0" bIns="0" anchor="b">
            <a:normAutofit/>
          </a:bodyPr>
          <a:lstStyle/>
          <a:p>
            <a:pPr>
              <a:lnSpc>
                <a:spcPct val="100000"/>
              </a:lnSpc>
            </a:pPr>
            <a:r>
              <a:rPr lang="es-ES" sz="4000" b="0" strike="noStrike" spc="-1">
                <a:solidFill>
                  <a:srgbClr val="04617B"/>
                </a:solidFill>
                <a:latin typeface="Calibri"/>
              </a:rPr>
              <a:t>Selectores</a:t>
            </a:r>
            <a:endParaRPr lang="es-ES" sz="4000" b="0" strike="noStrike" spc="-1">
              <a:solidFill>
                <a:srgbClr val="000000"/>
              </a:solidFill>
              <a:latin typeface="Constantia"/>
            </a:endParaRPr>
          </a:p>
        </p:txBody>
      </p:sp>
      <p:sp>
        <p:nvSpPr>
          <p:cNvPr id="105" name="Marcador de contenido 2"/>
          <p:cNvSpPr txBox="1"/>
          <p:nvPr/>
        </p:nvSpPr>
        <p:spPr>
          <a:xfrm>
            <a:off x="467640" y="1556640"/>
            <a:ext cx="8496720" cy="4968360"/>
          </a:xfrm>
          <a:prstGeom prst="rect">
            <a:avLst/>
          </a:prstGeom>
          <a:noFill/>
          <a:ln w="0">
            <a:noFill/>
          </a:ln>
        </p:spPr>
        <p:txBody>
          <a:bodyPr lIns="90000" tIns="45000" rIns="90000" bIns="45000">
            <a:noAutofit/>
          </a:bodyPr>
          <a:lstStyle/>
          <a:p>
            <a:pPr>
              <a:lnSpc>
                <a:spcPct val="120000"/>
              </a:lnSpc>
              <a:spcAft>
                <a:spcPts val="601"/>
              </a:spcAft>
              <a:tabLst>
                <a:tab pos="0" algn="l"/>
              </a:tabLst>
            </a:pPr>
            <a:r>
              <a:rPr lang="es-ES" sz="2400" b="1" strike="noStrike" spc="-1">
                <a:solidFill>
                  <a:srgbClr val="000000"/>
                </a:solidFill>
                <a:latin typeface="Calibri"/>
              </a:rPr>
              <a:t>Tipos de Selectores:</a:t>
            </a:r>
            <a:endParaRPr lang="es-ES" sz="2400" b="0" strike="noStrike" spc="-1">
              <a:solidFill>
                <a:srgbClr val="000000"/>
              </a:solidFill>
              <a:latin typeface="Constantia"/>
            </a:endParaRPr>
          </a:p>
          <a:p>
            <a:pPr marL="651600" lvl="1" indent="-285480" algn="just">
              <a:lnSpc>
                <a:spcPct val="120000"/>
              </a:lnSpc>
              <a:spcAft>
                <a:spcPts val="601"/>
              </a:spcAft>
              <a:buClr>
                <a:srgbClr val="0B5394"/>
              </a:buClr>
              <a:buSzPct val="85000"/>
              <a:buFont typeface="Wingdings" charset="2"/>
              <a:buChar char=""/>
              <a:tabLst>
                <a:tab pos="0" algn="l"/>
              </a:tabLst>
            </a:pPr>
            <a:r>
              <a:rPr lang="es-ES" sz="1800" b="0" strike="noStrike" spc="-1">
                <a:solidFill>
                  <a:srgbClr val="000000"/>
                </a:solidFill>
                <a:latin typeface="Calibri"/>
              </a:rPr>
              <a:t>Selector universal.</a:t>
            </a:r>
            <a:endParaRPr lang="es-ES" sz="1800" b="0" strike="noStrike" spc="-1">
              <a:solidFill>
                <a:srgbClr val="000000"/>
              </a:solidFill>
              <a:latin typeface="Constantia"/>
            </a:endParaRPr>
          </a:p>
          <a:p>
            <a:pPr marL="651600" lvl="1" indent="-285480" algn="just">
              <a:lnSpc>
                <a:spcPct val="120000"/>
              </a:lnSpc>
              <a:spcAft>
                <a:spcPts val="601"/>
              </a:spcAft>
              <a:buClr>
                <a:srgbClr val="0B5394"/>
              </a:buClr>
              <a:buSzPct val="85000"/>
              <a:buFont typeface="Wingdings" charset="2"/>
              <a:buChar char=""/>
              <a:tabLst>
                <a:tab pos="0" algn="l"/>
              </a:tabLst>
            </a:pPr>
            <a:r>
              <a:rPr lang="es-ES" sz="1800" b="0" strike="noStrike" spc="-1">
                <a:solidFill>
                  <a:srgbClr val="000000"/>
                </a:solidFill>
                <a:latin typeface="Calibri"/>
              </a:rPr>
              <a:t>Selector de etiqueta.</a:t>
            </a:r>
            <a:endParaRPr lang="es-ES" sz="1800" b="0" strike="noStrike" spc="-1">
              <a:solidFill>
                <a:srgbClr val="000000"/>
              </a:solidFill>
              <a:latin typeface="Constantia"/>
            </a:endParaRPr>
          </a:p>
          <a:p>
            <a:pPr marL="651600" lvl="1" indent="-285480" algn="just">
              <a:lnSpc>
                <a:spcPct val="120000"/>
              </a:lnSpc>
              <a:spcAft>
                <a:spcPts val="601"/>
              </a:spcAft>
              <a:buClr>
                <a:srgbClr val="0B5394"/>
              </a:buClr>
              <a:buSzPct val="85000"/>
              <a:buFont typeface="Wingdings" charset="2"/>
              <a:buChar char=""/>
              <a:tabLst>
                <a:tab pos="0" algn="l"/>
              </a:tabLst>
            </a:pPr>
            <a:r>
              <a:rPr lang="es-ES" sz="1800" b="0" strike="noStrike" spc="-1">
                <a:solidFill>
                  <a:srgbClr val="000000"/>
                </a:solidFill>
                <a:latin typeface="Calibri"/>
              </a:rPr>
              <a:t>Selector descendente.</a:t>
            </a:r>
            <a:endParaRPr lang="es-ES" sz="1800" b="0" strike="noStrike" spc="-1">
              <a:solidFill>
                <a:srgbClr val="000000"/>
              </a:solidFill>
              <a:latin typeface="Constantia"/>
            </a:endParaRPr>
          </a:p>
          <a:p>
            <a:pPr marL="651600" lvl="1" indent="-285480" algn="just">
              <a:lnSpc>
                <a:spcPct val="120000"/>
              </a:lnSpc>
              <a:spcAft>
                <a:spcPts val="601"/>
              </a:spcAft>
              <a:buClr>
                <a:srgbClr val="0B5394"/>
              </a:buClr>
              <a:buSzPct val="85000"/>
              <a:buFont typeface="Wingdings" charset="2"/>
              <a:buChar char=""/>
              <a:tabLst>
                <a:tab pos="0" algn="l"/>
              </a:tabLst>
            </a:pPr>
            <a:r>
              <a:rPr lang="es-ES" sz="1800" b="0" strike="noStrike" spc="-1">
                <a:solidFill>
                  <a:srgbClr val="000000"/>
                </a:solidFill>
                <a:latin typeface="Calibri"/>
              </a:rPr>
              <a:t>Selector de clase.</a:t>
            </a:r>
            <a:endParaRPr lang="es-ES" sz="1800" b="0" strike="noStrike" spc="-1">
              <a:solidFill>
                <a:srgbClr val="000000"/>
              </a:solidFill>
              <a:latin typeface="Constantia"/>
            </a:endParaRPr>
          </a:p>
          <a:p>
            <a:pPr marL="651600" lvl="1" indent="-285480" algn="just">
              <a:lnSpc>
                <a:spcPct val="120000"/>
              </a:lnSpc>
              <a:spcAft>
                <a:spcPts val="601"/>
              </a:spcAft>
              <a:buClr>
                <a:srgbClr val="0B5394"/>
              </a:buClr>
              <a:buSzPct val="85000"/>
              <a:buFont typeface="Wingdings" charset="2"/>
              <a:buChar char=""/>
              <a:tabLst>
                <a:tab pos="0" algn="l"/>
              </a:tabLst>
            </a:pPr>
            <a:r>
              <a:rPr lang="es-ES" sz="1800" b="0" strike="noStrike" spc="-1">
                <a:solidFill>
                  <a:srgbClr val="000000"/>
                </a:solidFill>
                <a:latin typeface="Calibri"/>
              </a:rPr>
              <a:t>Selector de ID.</a:t>
            </a:r>
            <a:endParaRPr lang="es-ES" sz="1800" b="0" strike="noStrike" spc="-1">
              <a:solidFill>
                <a:srgbClr val="000000"/>
              </a:solidFill>
              <a:latin typeface="Constantia"/>
            </a:endParaRPr>
          </a:p>
          <a:p>
            <a:pPr marL="651600" lvl="1" indent="-285480" algn="just">
              <a:lnSpc>
                <a:spcPct val="120000"/>
              </a:lnSpc>
              <a:spcAft>
                <a:spcPts val="601"/>
              </a:spcAft>
              <a:buClr>
                <a:srgbClr val="0B5394"/>
              </a:buClr>
              <a:buSzPct val="85000"/>
              <a:buFont typeface="Wingdings" charset="2"/>
              <a:buChar char=""/>
              <a:tabLst>
                <a:tab pos="0" algn="l"/>
              </a:tabLst>
            </a:pPr>
            <a:r>
              <a:rPr lang="es-ES" sz="1800" b="0" strike="noStrike" spc="-1">
                <a:solidFill>
                  <a:srgbClr val="000000"/>
                </a:solidFill>
                <a:latin typeface="Calibri"/>
              </a:rPr>
              <a:t>Selector de hijos</a:t>
            </a:r>
            <a:endParaRPr lang="es-ES" sz="1800" b="0" strike="noStrike" spc="-1">
              <a:solidFill>
                <a:srgbClr val="000000"/>
              </a:solidFill>
              <a:latin typeface="Constantia"/>
            </a:endParaRPr>
          </a:p>
          <a:p>
            <a:pPr marL="651600" lvl="1" indent="-285480" algn="just">
              <a:lnSpc>
                <a:spcPct val="120000"/>
              </a:lnSpc>
              <a:spcAft>
                <a:spcPts val="601"/>
              </a:spcAft>
              <a:buClr>
                <a:srgbClr val="0B5394"/>
              </a:buClr>
              <a:buSzPct val="85000"/>
              <a:buFont typeface="Wingdings" charset="2"/>
              <a:buChar char=""/>
              <a:tabLst>
                <a:tab pos="0" algn="l"/>
              </a:tabLst>
            </a:pPr>
            <a:r>
              <a:rPr lang="es-ES" sz="1800" b="0" strike="noStrike" spc="-1">
                <a:solidFill>
                  <a:srgbClr val="000000"/>
                </a:solidFill>
                <a:latin typeface="Calibri"/>
              </a:rPr>
              <a:t>Selector adyacente</a:t>
            </a:r>
            <a:endParaRPr lang="es-ES" sz="1800" b="0" strike="noStrike" spc="-1">
              <a:solidFill>
                <a:srgbClr val="000000"/>
              </a:solidFill>
              <a:latin typeface="Constantia"/>
            </a:endParaRPr>
          </a:p>
          <a:p>
            <a:pPr marL="651600" lvl="1" indent="-285480" algn="just">
              <a:lnSpc>
                <a:spcPct val="120000"/>
              </a:lnSpc>
              <a:spcAft>
                <a:spcPts val="601"/>
              </a:spcAft>
              <a:buClr>
                <a:srgbClr val="0B5394"/>
              </a:buClr>
              <a:buSzPct val="85000"/>
              <a:buFont typeface="Wingdings" charset="2"/>
              <a:buChar char=""/>
              <a:tabLst>
                <a:tab pos="0" algn="l"/>
              </a:tabLst>
            </a:pPr>
            <a:r>
              <a:rPr lang="es-ES" sz="1800" b="0" strike="noStrike" spc="-1">
                <a:solidFill>
                  <a:srgbClr val="000000"/>
                </a:solidFill>
                <a:latin typeface="Calibri"/>
              </a:rPr>
              <a:t>Selector de hermanos</a:t>
            </a:r>
            <a:endParaRPr lang="es-ES" sz="1800" b="0" strike="noStrike" spc="-1">
              <a:solidFill>
                <a:srgbClr val="000000"/>
              </a:solidFill>
              <a:latin typeface="Constantia"/>
            </a:endParaRPr>
          </a:p>
          <a:p>
            <a:pPr marL="651600" lvl="1" indent="-285480" algn="just">
              <a:lnSpc>
                <a:spcPct val="120000"/>
              </a:lnSpc>
              <a:spcAft>
                <a:spcPts val="601"/>
              </a:spcAft>
              <a:buClr>
                <a:srgbClr val="0B5394"/>
              </a:buClr>
              <a:buSzPct val="85000"/>
              <a:buFont typeface="Wingdings" charset="2"/>
              <a:buChar char=""/>
              <a:tabLst>
                <a:tab pos="0" algn="l"/>
              </a:tabLst>
            </a:pPr>
            <a:r>
              <a:rPr lang="es-ES" sz="1800" b="0" strike="noStrike" spc="-1">
                <a:solidFill>
                  <a:srgbClr val="000000"/>
                </a:solidFill>
                <a:latin typeface="Calibri"/>
              </a:rPr>
              <a:t>Selector de atributos</a:t>
            </a:r>
            <a:endParaRPr lang="es-ES" sz="1800" b="0" strike="noStrike" spc="-1">
              <a:solidFill>
                <a:srgbClr val="000000"/>
              </a:solidFill>
              <a:latin typeface="Constantia"/>
            </a:endParaRPr>
          </a:p>
          <a:p>
            <a:pPr marL="651600" lvl="1" indent="-285480" algn="just">
              <a:lnSpc>
                <a:spcPct val="120000"/>
              </a:lnSpc>
              <a:spcAft>
                <a:spcPts val="601"/>
              </a:spcAft>
              <a:buClr>
                <a:srgbClr val="0B5394"/>
              </a:buClr>
              <a:buSzPct val="85000"/>
              <a:buFont typeface="Wingdings" charset="2"/>
              <a:buChar char=""/>
              <a:tabLst>
                <a:tab pos="0" algn="l"/>
              </a:tabLst>
            </a:pPr>
            <a:r>
              <a:rPr lang="es-ES" sz="1800" b="0" strike="noStrike" spc="-1">
                <a:solidFill>
                  <a:srgbClr val="000000"/>
                </a:solidFill>
                <a:latin typeface="Calibri"/>
              </a:rPr>
              <a:t>Pseudo-clases</a:t>
            </a:r>
            <a:endParaRPr lang="es-ES" sz="1800" b="0" strike="noStrike" spc="-1">
              <a:solidFill>
                <a:srgbClr val="000000"/>
              </a:solidFill>
              <a:latin typeface="Constantia"/>
            </a:endParaRPr>
          </a:p>
          <a:p>
            <a:pPr marL="651600" lvl="1" indent="-285480" algn="just">
              <a:lnSpc>
                <a:spcPct val="120000"/>
              </a:lnSpc>
              <a:spcAft>
                <a:spcPts val="601"/>
              </a:spcAft>
              <a:buClr>
                <a:srgbClr val="0B5394"/>
              </a:buClr>
              <a:buSzPct val="85000"/>
              <a:buFont typeface="Wingdings" charset="2"/>
              <a:buChar char=""/>
              <a:tabLst>
                <a:tab pos="0" algn="l"/>
              </a:tabLst>
            </a:pPr>
            <a:r>
              <a:rPr lang="es-ES" sz="1800" b="0" strike="noStrike" spc="-1">
                <a:solidFill>
                  <a:srgbClr val="000000"/>
                </a:solidFill>
                <a:latin typeface="Calibri"/>
              </a:rPr>
              <a:t>Pseudo-elementos</a:t>
            </a:r>
            <a:endParaRPr lang="es-ES" sz="1800" b="0" strike="noStrike" spc="-1">
              <a:solidFill>
                <a:srgbClr val="000000"/>
              </a:solidFill>
              <a:latin typeface="Constantia"/>
            </a:endParaRPr>
          </a:p>
          <a:p>
            <a:pPr marL="365760" algn="just">
              <a:lnSpc>
                <a:spcPct val="120000"/>
              </a:lnSpc>
              <a:spcAft>
                <a:spcPts val="601"/>
              </a:spcAft>
              <a:tabLst>
                <a:tab pos="0" algn="l"/>
              </a:tabLst>
            </a:pPr>
            <a:endParaRPr lang="es-ES" sz="1800" b="0" strike="noStrike" spc="-1">
              <a:solidFill>
                <a:srgbClr val="000000"/>
              </a:solidFill>
              <a:latin typeface="Constantia"/>
            </a:endParaRPr>
          </a:p>
        </p:txBody>
      </p:sp>
      <p:sp>
        <p:nvSpPr>
          <p:cNvPr id="106" name="Marcador de número de diapositiva 4"/>
          <p:cNvSpPr txBox="1"/>
          <p:nvPr/>
        </p:nvSpPr>
        <p:spPr>
          <a:xfrm>
            <a:off x="7924680" y="6356520"/>
            <a:ext cx="761760" cy="364680"/>
          </a:xfrm>
          <a:prstGeom prst="rect">
            <a:avLst/>
          </a:prstGeom>
          <a:noFill/>
          <a:ln w="0">
            <a:noFill/>
          </a:ln>
        </p:spPr>
        <p:txBody>
          <a:bodyPr lIns="0" tIns="0" rIns="0" bIns="0" anchor="b">
            <a:noAutofit/>
          </a:bodyPr>
          <a:lstStyle/>
          <a:p>
            <a:pPr algn="r">
              <a:lnSpc>
                <a:spcPct val="100000"/>
              </a:lnSpc>
            </a:pPr>
            <a:fld id="{31A38876-209E-4851-98DC-A957D3073C6A}" type="slidenum">
              <a:rPr lang="es-ES" sz="1200" b="0" strike="noStrike" spc="-1">
                <a:solidFill>
                  <a:srgbClr val="035C75"/>
                </a:solidFill>
                <a:latin typeface="Constantia"/>
              </a:rPr>
              <a:t>2</a:t>
            </a:fld>
            <a:endParaRPr lang="es-ES" sz="1200" b="0" strike="noStrike" spc="-1">
              <a:latin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Título 1"/>
          <p:cNvSpPr txBox="1"/>
          <p:nvPr/>
        </p:nvSpPr>
        <p:spPr>
          <a:xfrm>
            <a:off x="457200" y="332640"/>
            <a:ext cx="8506800" cy="1142640"/>
          </a:xfrm>
          <a:prstGeom prst="rect">
            <a:avLst/>
          </a:prstGeom>
          <a:noFill/>
          <a:ln w="0">
            <a:noFill/>
          </a:ln>
        </p:spPr>
        <p:txBody>
          <a:bodyPr lIns="0" tIns="45000" rIns="0" bIns="0" anchor="b">
            <a:normAutofit/>
          </a:bodyPr>
          <a:lstStyle/>
          <a:p>
            <a:pPr>
              <a:lnSpc>
                <a:spcPct val="100000"/>
              </a:lnSpc>
            </a:pPr>
            <a:r>
              <a:rPr lang="es-ES" sz="4000" b="0" strike="noStrike" spc="-1">
                <a:solidFill>
                  <a:srgbClr val="04617B"/>
                </a:solidFill>
                <a:latin typeface="Calibri"/>
              </a:rPr>
              <a:t>Selectores básicos</a:t>
            </a:r>
            <a:endParaRPr lang="es-ES" sz="4000" b="0" strike="noStrike" spc="-1">
              <a:solidFill>
                <a:srgbClr val="000000"/>
              </a:solidFill>
              <a:latin typeface="Constantia"/>
            </a:endParaRPr>
          </a:p>
        </p:txBody>
      </p:sp>
      <p:sp>
        <p:nvSpPr>
          <p:cNvPr id="108" name="Marcador de contenido 2"/>
          <p:cNvSpPr txBox="1"/>
          <p:nvPr/>
        </p:nvSpPr>
        <p:spPr>
          <a:xfrm>
            <a:off x="467640" y="1556640"/>
            <a:ext cx="8496720" cy="4968360"/>
          </a:xfrm>
          <a:prstGeom prst="rect">
            <a:avLst/>
          </a:prstGeom>
          <a:noFill/>
          <a:ln w="0">
            <a:noFill/>
          </a:ln>
        </p:spPr>
        <p:txBody>
          <a:bodyPr lIns="90000" tIns="45000" rIns="90000" bIns="45000">
            <a:noAutofit/>
          </a:bodyPr>
          <a:lstStyle/>
          <a:p>
            <a:pPr>
              <a:lnSpc>
                <a:spcPct val="120000"/>
              </a:lnSpc>
              <a:spcAft>
                <a:spcPts val="601"/>
              </a:spcAft>
              <a:tabLst>
                <a:tab pos="0" algn="l"/>
              </a:tabLst>
            </a:pPr>
            <a:r>
              <a:rPr lang="es-ES" sz="2400" b="1" strike="noStrike" spc="-1">
                <a:solidFill>
                  <a:srgbClr val="000000"/>
                </a:solidFill>
                <a:latin typeface="Calibri"/>
              </a:rPr>
              <a:t>Selector universal</a:t>
            </a:r>
            <a:endParaRPr lang="es-ES" sz="2400" b="0" strike="noStrike" spc="-1">
              <a:solidFill>
                <a:srgbClr val="000000"/>
              </a:solidFill>
              <a:latin typeface="Constantia"/>
            </a:endParaRPr>
          </a:p>
          <a:p>
            <a:pPr marL="630720" lvl="1" indent="-264600" algn="just">
              <a:lnSpc>
                <a:spcPct val="120000"/>
              </a:lnSpc>
              <a:spcAft>
                <a:spcPts val="601"/>
              </a:spcAft>
              <a:buClr>
                <a:srgbClr val="0B5394"/>
              </a:buClr>
              <a:buSzPct val="85000"/>
              <a:buFont typeface="Wingdings 2" charset="2"/>
              <a:buChar char=""/>
              <a:tabLst>
                <a:tab pos="0" algn="l"/>
              </a:tabLst>
            </a:pPr>
            <a:r>
              <a:rPr lang="es-ES" sz="2000" b="0" strike="noStrike" spc="-1">
                <a:solidFill>
                  <a:srgbClr val="000000"/>
                </a:solidFill>
                <a:latin typeface="Calibri"/>
              </a:rPr>
              <a:t>Se utiliza para seleccionar </a:t>
            </a:r>
            <a:r>
              <a:rPr lang="es-ES" sz="2000" b="1" strike="noStrike" spc="-1">
                <a:solidFill>
                  <a:srgbClr val="000000"/>
                </a:solidFill>
                <a:latin typeface="Calibri"/>
              </a:rPr>
              <a:t>todos</a:t>
            </a:r>
            <a:r>
              <a:rPr lang="es-ES" sz="2000" b="0" strike="noStrike" spc="-1">
                <a:solidFill>
                  <a:srgbClr val="000000"/>
                </a:solidFill>
                <a:latin typeface="Calibri"/>
              </a:rPr>
              <a:t> los elementos de la página.</a:t>
            </a:r>
            <a:endParaRPr lang="es-ES" sz="2000" b="0" strike="noStrike" spc="-1">
              <a:solidFill>
                <a:srgbClr val="000000"/>
              </a:solidFill>
              <a:latin typeface="Constantia"/>
            </a:endParaRPr>
          </a:p>
          <a:p>
            <a:pPr marL="630720" lvl="1" indent="-264600" algn="just">
              <a:lnSpc>
                <a:spcPct val="120000"/>
              </a:lnSpc>
              <a:spcAft>
                <a:spcPts val="601"/>
              </a:spcAft>
              <a:buClr>
                <a:srgbClr val="0B5394"/>
              </a:buClr>
              <a:buSzPct val="85000"/>
              <a:buFont typeface="Wingdings 2" charset="2"/>
              <a:buChar char=""/>
              <a:tabLst>
                <a:tab pos="0" algn="l"/>
              </a:tabLst>
            </a:pPr>
            <a:r>
              <a:rPr lang="es-ES" sz="2000" b="0" strike="noStrike" spc="-1">
                <a:solidFill>
                  <a:srgbClr val="000000"/>
                </a:solidFill>
                <a:latin typeface="Calibri"/>
              </a:rPr>
              <a:t>El selector universal se indica mediante un asterisco (*). </a:t>
            </a:r>
            <a:endParaRPr lang="es-ES" sz="2000" b="0" strike="noStrike" spc="-1">
              <a:solidFill>
                <a:srgbClr val="000000"/>
              </a:solidFill>
              <a:latin typeface="Constantia"/>
            </a:endParaRPr>
          </a:p>
          <a:p>
            <a:pPr marL="630720" lvl="1" indent="-264600" algn="just">
              <a:lnSpc>
                <a:spcPct val="120000"/>
              </a:lnSpc>
              <a:spcAft>
                <a:spcPts val="601"/>
              </a:spcAft>
              <a:buClr>
                <a:srgbClr val="0B5394"/>
              </a:buClr>
              <a:buSzPct val="85000"/>
              <a:buFont typeface="Wingdings 2" charset="2"/>
              <a:buChar char=""/>
              <a:tabLst>
                <a:tab pos="0" algn="l"/>
              </a:tabLst>
            </a:pPr>
            <a:r>
              <a:rPr lang="es-ES" sz="2000" b="0" strike="noStrike" spc="-1">
                <a:solidFill>
                  <a:srgbClr val="000000"/>
                </a:solidFill>
                <a:latin typeface="Calibri"/>
              </a:rPr>
              <a:t>Se utiliza para inicializar algunos estilos para todos los elementos de la página y se usa al principio del fichero CSS.</a:t>
            </a:r>
            <a:endParaRPr lang="es-ES" sz="2000" b="0" strike="noStrike" spc="-1">
              <a:solidFill>
                <a:srgbClr val="000000"/>
              </a:solidFill>
              <a:latin typeface="Constantia"/>
            </a:endParaRPr>
          </a:p>
        </p:txBody>
      </p:sp>
      <p:sp>
        <p:nvSpPr>
          <p:cNvPr id="109" name="Marcador de número de diapositiva 4"/>
          <p:cNvSpPr txBox="1"/>
          <p:nvPr/>
        </p:nvSpPr>
        <p:spPr>
          <a:xfrm>
            <a:off x="7924680" y="6356520"/>
            <a:ext cx="761760" cy="364680"/>
          </a:xfrm>
          <a:prstGeom prst="rect">
            <a:avLst/>
          </a:prstGeom>
          <a:noFill/>
          <a:ln w="0">
            <a:noFill/>
          </a:ln>
        </p:spPr>
        <p:txBody>
          <a:bodyPr lIns="0" tIns="0" rIns="0" bIns="0" anchor="b">
            <a:noAutofit/>
          </a:bodyPr>
          <a:lstStyle/>
          <a:p>
            <a:pPr algn="r">
              <a:lnSpc>
                <a:spcPct val="100000"/>
              </a:lnSpc>
            </a:pPr>
            <a:fld id="{F4E38F90-1815-4483-82A7-829CE04B28C6}" type="slidenum">
              <a:rPr lang="es-ES" sz="1200" b="0" strike="noStrike" spc="-1">
                <a:solidFill>
                  <a:srgbClr val="035C75"/>
                </a:solidFill>
                <a:latin typeface="Constantia"/>
              </a:rPr>
              <a:t>3</a:t>
            </a:fld>
            <a:endParaRPr lang="es-ES" sz="1200" b="0" strike="noStrike" spc="-1">
              <a:latin typeface="Times New Roman"/>
            </a:endParaRPr>
          </a:p>
        </p:txBody>
      </p:sp>
      <p:sp>
        <p:nvSpPr>
          <p:cNvPr id="110" name="Text Box 4"/>
          <p:cNvSpPr/>
          <p:nvPr/>
        </p:nvSpPr>
        <p:spPr>
          <a:xfrm>
            <a:off x="1259640" y="4041000"/>
            <a:ext cx="6185520" cy="942840"/>
          </a:xfrm>
          <a:prstGeom prst="rect">
            <a:avLst/>
          </a:prstGeom>
          <a:solidFill>
            <a:srgbClr val="FFFFFF"/>
          </a:solidFill>
          <a:ln w="3175">
            <a:solidFill>
              <a:srgbClr val="009DD9"/>
            </a:solidFill>
            <a:prstDash val="dash"/>
            <a:round/>
          </a:ln>
        </p:spPr>
        <p:style>
          <a:lnRef idx="2">
            <a:schemeClr val="accent2"/>
          </a:lnRef>
          <a:fillRef idx="1">
            <a:schemeClr val="lt1"/>
          </a:fillRef>
          <a:effectRef idx="0">
            <a:schemeClr val="accent2"/>
          </a:effectRef>
          <a:fontRef idx="minor"/>
        </p:style>
        <p:txBody>
          <a:bodyPr lIns="90000" tIns="45000" rIns="90000" bIns="45000">
            <a:spAutoFit/>
          </a:bodyPr>
          <a:lstStyle/>
          <a:p>
            <a:pPr marL="343080" indent="-342720">
              <a:lnSpc>
                <a:spcPct val="100000"/>
              </a:lnSpc>
              <a:tabLst>
                <a:tab pos="0" algn="l"/>
              </a:tabLst>
            </a:pPr>
            <a:r>
              <a:rPr lang="es-ES_tradnl" sz="1400" b="0" strike="noStrike" spc="-1">
                <a:solidFill>
                  <a:srgbClr val="000000"/>
                </a:solidFill>
                <a:latin typeface="Courier New"/>
              </a:rPr>
              <a:t>*{</a:t>
            </a:r>
            <a:endParaRPr lang="es-ES" sz="1400" b="0" strike="noStrike" spc="-1">
              <a:latin typeface="Arial"/>
            </a:endParaRPr>
          </a:p>
          <a:p>
            <a:pPr marL="343080" indent="-342720">
              <a:lnSpc>
                <a:spcPct val="100000"/>
              </a:lnSpc>
              <a:tabLst>
                <a:tab pos="0" algn="l"/>
              </a:tabLst>
            </a:pPr>
            <a:r>
              <a:rPr lang="es-ES_tradnl" sz="1400" b="0" strike="noStrike" spc="-1">
                <a:solidFill>
                  <a:srgbClr val="000000"/>
                </a:solidFill>
                <a:latin typeface="Courier New"/>
              </a:rPr>
              <a:t>	margin: 0;</a:t>
            </a:r>
            <a:endParaRPr lang="es-ES" sz="1400" b="0" strike="noStrike" spc="-1">
              <a:latin typeface="Arial"/>
            </a:endParaRPr>
          </a:p>
          <a:p>
            <a:pPr marL="343080" indent="-342720">
              <a:lnSpc>
                <a:spcPct val="100000"/>
              </a:lnSpc>
              <a:tabLst>
                <a:tab pos="0" algn="l"/>
              </a:tabLst>
            </a:pPr>
            <a:r>
              <a:rPr lang="es-ES_tradnl" sz="1400" b="0" strike="noStrike" spc="-1">
                <a:solidFill>
                  <a:srgbClr val="000000"/>
                </a:solidFill>
                <a:latin typeface="Courier New"/>
              </a:rPr>
              <a:t>	padding: 0;</a:t>
            </a:r>
            <a:endParaRPr lang="es-ES" sz="1400" b="0" strike="noStrike" spc="-1">
              <a:latin typeface="Arial"/>
            </a:endParaRPr>
          </a:p>
          <a:p>
            <a:pPr marL="343080" indent="-342720">
              <a:lnSpc>
                <a:spcPct val="100000"/>
              </a:lnSpc>
              <a:tabLst>
                <a:tab pos="0" algn="l"/>
              </a:tabLst>
            </a:pPr>
            <a:r>
              <a:rPr lang="es-ES_tradnl" sz="1400" b="0" strike="noStrike" spc="-1">
                <a:solidFill>
                  <a:srgbClr val="000000"/>
                </a:solidFill>
                <a:latin typeface="Courier New"/>
              </a:rPr>
              <a:t>}</a:t>
            </a:r>
            <a:endParaRPr lang="es-ES" sz="1400" b="0" strike="noStrike" spc="-1">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 name="Título 1"/>
          <p:cNvSpPr txBox="1"/>
          <p:nvPr/>
        </p:nvSpPr>
        <p:spPr>
          <a:xfrm>
            <a:off x="457200" y="332640"/>
            <a:ext cx="8506800" cy="1142640"/>
          </a:xfrm>
          <a:prstGeom prst="rect">
            <a:avLst/>
          </a:prstGeom>
          <a:noFill/>
          <a:ln w="0">
            <a:noFill/>
          </a:ln>
        </p:spPr>
        <p:txBody>
          <a:bodyPr lIns="0" tIns="45000" rIns="0" bIns="0" anchor="b">
            <a:normAutofit/>
          </a:bodyPr>
          <a:lstStyle/>
          <a:p>
            <a:pPr>
              <a:lnSpc>
                <a:spcPct val="100000"/>
              </a:lnSpc>
            </a:pPr>
            <a:r>
              <a:rPr lang="es-ES" sz="4000" b="0" strike="noStrike" spc="-1">
                <a:solidFill>
                  <a:srgbClr val="04617B"/>
                </a:solidFill>
                <a:latin typeface="Calibri"/>
              </a:rPr>
              <a:t>Selectores básicos</a:t>
            </a:r>
            <a:endParaRPr lang="es-ES" sz="4000" b="0" strike="noStrike" spc="-1">
              <a:solidFill>
                <a:srgbClr val="000000"/>
              </a:solidFill>
              <a:latin typeface="Constantia"/>
            </a:endParaRPr>
          </a:p>
        </p:txBody>
      </p:sp>
      <p:sp>
        <p:nvSpPr>
          <p:cNvPr id="112" name="Marcador de contenido 2"/>
          <p:cNvSpPr txBox="1"/>
          <p:nvPr/>
        </p:nvSpPr>
        <p:spPr>
          <a:xfrm>
            <a:off x="467640" y="1556640"/>
            <a:ext cx="8352720" cy="4968360"/>
          </a:xfrm>
          <a:prstGeom prst="rect">
            <a:avLst/>
          </a:prstGeom>
          <a:noFill/>
          <a:ln w="0">
            <a:noFill/>
          </a:ln>
        </p:spPr>
        <p:txBody>
          <a:bodyPr lIns="90000" tIns="45000" rIns="90000" bIns="45000">
            <a:noAutofit/>
          </a:bodyPr>
          <a:lstStyle/>
          <a:p>
            <a:pPr>
              <a:lnSpc>
                <a:spcPct val="120000"/>
              </a:lnSpc>
              <a:spcAft>
                <a:spcPts val="601"/>
              </a:spcAft>
              <a:tabLst>
                <a:tab pos="0" algn="l"/>
              </a:tabLst>
            </a:pPr>
            <a:r>
              <a:rPr lang="es-ES" sz="2400" b="1" strike="noStrike" spc="-1">
                <a:solidFill>
                  <a:srgbClr val="000000"/>
                </a:solidFill>
                <a:latin typeface="Calibri"/>
              </a:rPr>
              <a:t>Selector etiqueta</a:t>
            </a:r>
            <a:endParaRPr lang="es-ES" sz="2400" b="0" strike="noStrike" spc="-1">
              <a:solidFill>
                <a:srgbClr val="000000"/>
              </a:solidFill>
              <a:latin typeface="Constantia"/>
            </a:endParaRPr>
          </a:p>
          <a:p>
            <a:pPr marL="630720" lvl="1" indent="-264600">
              <a:lnSpc>
                <a:spcPct val="120000"/>
              </a:lnSpc>
              <a:spcAft>
                <a:spcPts val="601"/>
              </a:spcAft>
              <a:buClr>
                <a:srgbClr val="0B5394"/>
              </a:buClr>
              <a:buSzPct val="85000"/>
              <a:buFont typeface="Wingdings 2" charset="2"/>
              <a:buChar char=""/>
              <a:tabLst>
                <a:tab pos="0" algn="l"/>
              </a:tabLst>
            </a:pPr>
            <a:r>
              <a:rPr lang="es-ES" sz="2000" b="0" strike="noStrike" spc="-1">
                <a:solidFill>
                  <a:srgbClr val="000000"/>
                </a:solidFill>
                <a:latin typeface="Calibri"/>
              </a:rPr>
              <a:t>Selecciona todos los elementos de la página cuya etiqueta HTML coincide con el valor del selector.</a:t>
            </a:r>
            <a:endParaRPr lang="es-ES" sz="2000" b="0" strike="noStrike" spc="-1">
              <a:solidFill>
                <a:srgbClr val="000000"/>
              </a:solidFill>
              <a:latin typeface="Constantia"/>
            </a:endParaRPr>
          </a:p>
          <a:p>
            <a:endParaRPr lang="es-ES" sz="2000" b="0" strike="noStrike" spc="-1">
              <a:solidFill>
                <a:srgbClr val="000000"/>
              </a:solidFill>
              <a:latin typeface="Constantia"/>
            </a:endParaRPr>
          </a:p>
          <a:p>
            <a:pPr marL="365760">
              <a:lnSpc>
                <a:spcPct val="120000"/>
              </a:lnSpc>
              <a:spcAft>
                <a:spcPts val="601"/>
              </a:spcAft>
              <a:tabLst>
                <a:tab pos="0" algn="l"/>
              </a:tabLst>
            </a:pPr>
            <a:endParaRPr lang="es-ES" sz="2000" b="0" strike="noStrike" spc="-1">
              <a:solidFill>
                <a:srgbClr val="000000"/>
              </a:solidFill>
              <a:latin typeface="Constantia"/>
            </a:endParaRPr>
          </a:p>
          <a:p>
            <a:pPr marL="630720" lvl="1" indent="-264600">
              <a:lnSpc>
                <a:spcPct val="120000"/>
              </a:lnSpc>
              <a:spcBef>
                <a:spcPts val="1199"/>
              </a:spcBef>
              <a:spcAft>
                <a:spcPts val="601"/>
              </a:spcAft>
              <a:buClr>
                <a:srgbClr val="0B5394"/>
              </a:buClr>
              <a:buSzPct val="85000"/>
              <a:buFont typeface="Wingdings 2" charset="2"/>
              <a:buChar char=""/>
              <a:tabLst>
                <a:tab pos="0" algn="l"/>
              </a:tabLst>
            </a:pPr>
            <a:r>
              <a:rPr lang="es-ES" sz="2000" b="0" strike="noStrike" spc="-1">
                <a:solidFill>
                  <a:srgbClr val="000000"/>
                </a:solidFill>
                <a:latin typeface="Calibri"/>
              </a:rPr>
              <a:t>Si se quieren aplicar los mismos estilos a varias etiquetas diferentes, se pueden agrupar las reglas en una sola, separando los selectores por comas.</a:t>
            </a:r>
            <a:endParaRPr lang="es-ES" sz="2000" b="0" strike="noStrike" spc="-1">
              <a:solidFill>
                <a:srgbClr val="000000"/>
              </a:solidFill>
              <a:latin typeface="Constantia"/>
            </a:endParaRPr>
          </a:p>
          <a:p>
            <a:endParaRPr lang="es-ES" sz="2000" b="0" strike="noStrike" spc="-1">
              <a:solidFill>
                <a:srgbClr val="000000"/>
              </a:solidFill>
              <a:latin typeface="Constantia"/>
            </a:endParaRPr>
          </a:p>
        </p:txBody>
      </p:sp>
      <p:sp>
        <p:nvSpPr>
          <p:cNvPr id="113" name="Marcador de número de diapositiva 4"/>
          <p:cNvSpPr txBox="1"/>
          <p:nvPr/>
        </p:nvSpPr>
        <p:spPr>
          <a:xfrm>
            <a:off x="7924680" y="6356520"/>
            <a:ext cx="761760" cy="364680"/>
          </a:xfrm>
          <a:prstGeom prst="rect">
            <a:avLst/>
          </a:prstGeom>
          <a:noFill/>
          <a:ln w="0">
            <a:noFill/>
          </a:ln>
        </p:spPr>
        <p:txBody>
          <a:bodyPr lIns="0" tIns="0" rIns="0" bIns="0" anchor="b">
            <a:noAutofit/>
          </a:bodyPr>
          <a:lstStyle/>
          <a:p>
            <a:pPr algn="r">
              <a:lnSpc>
                <a:spcPct val="100000"/>
              </a:lnSpc>
            </a:pPr>
            <a:fld id="{02E93C81-D3FE-46B9-820C-41BC400900A4}" type="slidenum">
              <a:rPr lang="es-ES" sz="1200" b="0" strike="noStrike" spc="-1">
                <a:solidFill>
                  <a:srgbClr val="035C75"/>
                </a:solidFill>
                <a:latin typeface="Constantia"/>
              </a:rPr>
              <a:t>4</a:t>
            </a:fld>
            <a:endParaRPr lang="es-ES" sz="1200" b="0" strike="noStrike" spc="-1">
              <a:latin typeface="Times New Roman"/>
            </a:endParaRPr>
          </a:p>
        </p:txBody>
      </p:sp>
      <p:sp>
        <p:nvSpPr>
          <p:cNvPr id="114" name="Text Box 4"/>
          <p:cNvSpPr/>
          <p:nvPr/>
        </p:nvSpPr>
        <p:spPr>
          <a:xfrm>
            <a:off x="1238400" y="2925000"/>
            <a:ext cx="6185520" cy="928440"/>
          </a:xfrm>
          <a:prstGeom prst="rect">
            <a:avLst/>
          </a:prstGeom>
          <a:solidFill>
            <a:srgbClr val="FFFFFF"/>
          </a:solidFill>
          <a:ln w="3175">
            <a:solidFill>
              <a:srgbClr val="009DD9"/>
            </a:solidFill>
            <a:prstDash val="dash"/>
            <a:round/>
          </a:ln>
        </p:spPr>
        <p:style>
          <a:lnRef idx="2">
            <a:schemeClr val="accent2"/>
          </a:lnRef>
          <a:fillRef idx="1">
            <a:schemeClr val="lt1"/>
          </a:fillRef>
          <a:effectRef idx="0">
            <a:schemeClr val="accent2"/>
          </a:effectRef>
          <a:fontRef idx="minor"/>
        </p:style>
        <p:txBody>
          <a:bodyPr lIns="90000" tIns="45000" rIns="90000" bIns="45000">
            <a:spAutoFit/>
          </a:bodyPr>
          <a:lstStyle/>
          <a:p>
            <a:pPr marL="343080" indent="-342720">
              <a:lnSpc>
                <a:spcPts val="1100"/>
              </a:lnSpc>
              <a:tabLst>
                <a:tab pos="0" algn="l"/>
              </a:tabLst>
            </a:pPr>
            <a:r>
              <a:rPr lang="es-ES_tradnl" sz="1400" b="0" strike="noStrike" spc="-1">
                <a:solidFill>
                  <a:srgbClr val="000000"/>
                </a:solidFill>
                <a:latin typeface="Courier New"/>
              </a:rPr>
              <a:t>h1 {</a:t>
            </a:r>
            <a:endParaRPr lang="es-ES" sz="1400" b="0" strike="noStrike" spc="-1">
              <a:latin typeface="Arial"/>
            </a:endParaRPr>
          </a:p>
          <a:p>
            <a:pPr marL="343080" indent="-342720">
              <a:lnSpc>
                <a:spcPts val="1100"/>
              </a:lnSpc>
              <a:tabLst>
                <a:tab pos="0" algn="l"/>
              </a:tabLst>
            </a:pPr>
            <a:r>
              <a:rPr lang="es-ES_tradnl" sz="1400" b="0" strike="noStrike" spc="-1">
                <a:solidFill>
                  <a:srgbClr val="000000"/>
                </a:solidFill>
                <a:latin typeface="Courier New"/>
              </a:rPr>
              <a:t>	color: red;</a:t>
            </a:r>
            <a:endParaRPr lang="es-ES" sz="1400" b="0" strike="noStrike" spc="-1">
              <a:latin typeface="Arial"/>
            </a:endParaRPr>
          </a:p>
          <a:p>
            <a:pPr marL="343080" indent="-342720">
              <a:lnSpc>
                <a:spcPts val="1100"/>
              </a:lnSpc>
              <a:tabLst>
                <a:tab pos="0" algn="l"/>
              </a:tabLst>
            </a:pPr>
            <a:r>
              <a:rPr lang="es-ES_tradnl" sz="1400" b="0" strike="noStrike" spc="-1">
                <a:solidFill>
                  <a:srgbClr val="000000"/>
                </a:solidFill>
                <a:latin typeface="Courier New"/>
              </a:rPr>
              <a:t>}</a:t>
            </a:r>
            <a:endParaRPr lang="es-ES" sz="1400" b="0" strike="noStrike" spc="-1">
              <a:latin typeface="Arial"/>
            </a:endParaRPr>
          </a:p>
          <a:p>
            <a:pPr marL="343080" indent="-342720">
              <a:lnSpc>
                <a:spcPts val="1100"/>
              </a:lnSpc>
              <a:tabLst>
                <a:tab pos="0" algn="l"/>
              </a:tabLst>
            </a:pPr>
            <a:r>
              <a:rPr lang="es-ES_tradnl" sz="1400" b="0" strike="noStrike" spc="-1">
                <a:solidFill>
                  <a:srgbClr val="000000"/>
                </a:solidFill>
                <a:latin typeface="Courier New"/>
              </a:rPr>
              <a:t>p {</a:t>
            </a:r>
            <a:endParaRPr lang="es-ES" sz="1400" b="0" strike="noStrike" spc="-1">
              <a:latin typeface="Arial"/>
            </a:endParaRPr>
          </a:p>
          <a:p>
            <a:pPr marL="343080" indent="-342720">
              <a:lnSpc>
                <a:spcPts val="1100"/>
              </a:lnSpc>
              <a:tabLst>
                <a:tab pos="0" algn="l"/>
              </a:tabLst>
            </a:pPr>
            <a:r>
              <a:rPr lang="es-ES_tradnl" sz="1400" b="0" strike="noStrike" spc="-1">
                <a:solidFill>
                  <a:srgbClr val="000000"/>
                </a:solidFill>
                <a:latin typeface="Courier New"/>
              </a:rPr>
              <a:t>	color: black;</a:t>
            </a:r>
            <a:endParaRPr lang="es-ES" sz="1400" b="0" strike="noStrike" spc="-1">
              <a:latin typeface="Arial"/>
            </a:endParaRPr>
          </a:p>
          <a:p>
            <a:pPr marL="343080" indent="-342720">
              <a:lnSpc>
                <a:spcPts val="1100"/>
              </a:lnSpc>
              <a:tabLst>
                <a:tab pos="0" algn="l"/>
              </a:tabLst>
            </a:pPr>
            <a:r>
              <a:rPr lang="es-ES_tradnl" sz="1100" b="0" strike="noStrike" spc="-1">
                <a:solidFill>
                  <a:srgbClr val="000000"/>
                </a:solidFill>
                <a:latin typeface="Courier New"/>
              </a:rPr>
              <a:t>}</a:t>
            </a:r>
            <a:endParaRPr lang="es-ES" sz="1100" b="0" strike="noStrike" spc="-1">
              <a:latin typeface="Arial"/>
            </a:endParaRPr>
          </a:p>
        </p:txBody>
      </p:sp>
      <p:sp>
        <p:nvSpPr>
          <p:cNvPr id="115" name="Text Box 4"/>
          <p:cNvSpPr/>
          <p:nvPr/>
        </p:nvSpPr>
        <p:spPr>
          <a:xfrm>
            <a:off x="1238400" y="5085360"/>
            <a:ext cx="6185520" cy="1155960"/>
          </a:xfrm>
          <a:prstGeom prst="rect">
            <a:avLst/>
          </a:prstGeom>
          <a:solidFill>
            <a:srgbClr val="FFFFFF"/>
          </a:solidFill>
          <a:ln w="3175">
            <a:solidFill>
              <a:srgbClr val="009DD9"/>
            </a:solidFill>
            <a:prstDash val="dash"/>
            <a:round/>
          </a:ln>
        </p:spPr>
        <p:style>
          <a:lnRef idx="2">
            <a:schemeClr val="accent2"/>
          </a:lnRef>
          <a:fillRef idx="1">
            <a:schemeClr val="lt1"/>
          </a:fillRef>
          <a:effectRef idx="0">
            <a:schemeClr val="accent2"/>
          </a:effectRef>
          <a:fontRef idx="minor"/>
        </p:style>
        <p:txBody>
          <a:bodyPr lIns="90000" tIns="45000" rIns="90000" bIns="45000">
            <a:spAutoFit/>
          </a:bodyPr>
          <a:lstStyle/>
          <a:p>
            <a:pPr marL="343080" indent="-342720">
              <a:lnSpc>
                <a:spcPct val="100000"/>
              </a:lnSpc>
              <a:tabLst>
                <a:tab pos="0" algn="l"/>
              </a:tabLst>
            </a:pPr>
            <a:r>
              <a:rPr lang="es-ES_tradnl" sz="1400" b="0" strike="noStrike" spc="-1">
                <a:solidFill>
                  <a:srgbClr val="000000"/>
                </a:solidFill>
                <a:latin typeface="Courier New"/>
              </a:rPr>
              <a:t>h1, h2, h3 {</a:t>
            </a:r>
            <a:endParaRPr lang="es-ES" sz="1400" b="0" strike="noStrike" spc="-1">
              <a:latin typeface="Arial"/>
            </a:endParaRPr>
          </a:p>
          <a:p>
            <a:pPr marL="343080" indent="-161640">
              <a:lnSpc>
                <a:spcPct val="100000"/>
              </a:lnSpc>
              <a:tabLst>
                <a:tab pos="0" algn="l"/>
              </a:tabLst>
            </a:pPr>
            <a:r>
              <a:rPr lang="es-ES_tradnl" sz="1400" b="0" strike="noStrike" spc="-1">
                <a:solidFill>
                  <a:srgbClr val="000000"/>
                </a:solidFill>
                <a:latin typeface="Courier New"/>
              </a:rPr>
              <a:t>color: #8A8E27;</a:t>
            </a:r>
            <a:endParaRPr lang="es-ES" sz="1400" b="0" strike="noStrike" spc="-1">
              <a:latin typeface="Arial"/>
            </a:endParaRPr>
          </a:p>
          <a:p>
            <a:pPr marL="343080" indent="-161640">
              <a:lnSpc>
                <a:spcPct val="100000"/>
              </a:lnSpc>
              <a:tabLst>
                <a:tab pos="0" algn="l"/>
              </a:tabLst>
            </a:pPr>
            <a:r>
              <a:rPr lang="es-ES_tradnl" sz="1400" b="0" strike="noStrike" spc="-1">
                <a:solidFill>
                  <a:srgbClr val="000000"/>
                </a:solidFill>
                <a:latin typeface="Courier New"/>
              </a:rPr>
              <a:t>font-weight: normal;</a:t>
            </a:r>
            <a:endParaRPr lang="es-ES" sz="1400" b="0" strike="noStrike" spc="-1">
              <a:latin typeface="Arial"/>
            </a:endParaRPr>
          </a:p>
          <a:p>
            <a:pPr marL="343080" indent="-161640">
              <a:lnSpc>
                <a:spcPct val="100000"/>
              </a:lnSpc>
              <a:tabLst>
                <a:tab pos="0" algn="l"/>
              </a:tabLst>
            </a:pPr>
            <a:r>
              <a:rPr lang="es-ES_tradnl" sz="1400" b="0" strike="noStrike" spc="-1">
                <a:solidFill>
                  <a:srgbClr val="000000"/>
                </a:solidFill>
                <a:latin typeface="Courier New"/>
              </a:rPr>
              <a:t>font-family: Arial, Helvetica, sans-serif;</a:t>
            </a:r>
            <a:endParaRPr lang="es-ES" sz="1400" b="0" strike="noStrike" spc="-1">
              <a:latin typeface="Arial"/>
            </a:endParaRPr>
          </a:p>
          <a:p>
            <a:pPr marL="343080" indent="-342720">
              <a:lnSpc>
                <a:spcPct val="100000"/>
              </a:lnSpc>
              <a:tabLst>
                <a:tab pos="0" algn="l"/>
              </a:tabLst>
            </a:pPr>
            <a:r>
              <a:rPr lang="es-ES_tradnl" sz="1400" b="0" strike="noStrike" spc="-1">
                <a:solidFill>
                  <a:srgbClr val="000000"/>
                </a:solidFill>
                <a:latin typeface="Courier New"/>
              </a:rPr>
              <a:t>}</a:t>
            </a:r>
            <a:endParaRPr lang="es-ES" sz="1400" b="0" strike="noStrike" spc="-1">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 name="Título 1"/>
          <p:cNvSpPr txBox="1"/>
          <p:nvPr/>
        </p:nvSpPr>
        <p:spPr>
          <a:xfrm>
            <a:off x="457200" y="332640"/>
            <a:ext cx="8506800" cy="1142640"/>
          </a:xfrm>
          <a:prstGeom prst="rect">
            <a:avLst/>
          </a:prstGeom>
          <a:noFill/>
          <a:ln w="0">
            <a:noFill/>
          </a:ln>
        </p:spPr>
        <p:txBody>
          <a:bodyPr lIns="0" tIns="45000" rIns="0" bIns="0" anchor="b">
            <a:normAutofit/>
          </a:bodyPr>
          <a:lstStyle/>
          <a:p>
            <a:pPr>
              <a:lnSpc>
                <a:spcPct val="100000"/>
              </a:lnSpc>
            </a:pPr>
            <a:r>
              <a:rPr lang="es-ES" sz="4000" b="0" strike="noStrike" spc="-1">
                <a:solidFill>
                  <a:srgbClr val="04617B"/>
                </a:solidFill>
                <a:latin typeface="Calibri"/>
              </a:rPr>
              <a:t>Selectores básicos</a:t>
            </a:r>
            <a:endParaRPr lang="es-ES" sz="4000" b="0" strike="noStrike" spc="-1">
              <a:solidFill>
                <a:srgbClr val="000000"/>
              </a:solidFill>
              <a:latin typeface="Constantia"/>
            </a:endParaRPr>
          </a:p>
        </p:txBody>
      </p:sp>
      <p:sp>
        <p:nvSpPr>
          <p:cNvPr id="117" name="Marcador de contenido 2"/>
          <p:cNvSpPr txBox="1"/>
          <p:nvPr/>
        </p:nvSpPr>
        <p:spPr>
          <a:xfrm>
            <a:off x="467640" y="1556640"/>
            <a:ext cx="8064360" cy="4968360"/>
          </a:xfrm>
          <a:prstGeom prst="rect">
            <a:avLst/>
          </a:prstGeom>
          <a:noFill/>
          <a:ln w="0">
            <a:noFill/>
          </a:ln>
        </p:spPr>
        <p:txBody>
          <a:bodyPr lIns="90000" tIns="45000" rIns="90000" bIns="45000">
            <a:noAutofit/>
          </a:bodyPr>
          <a:lstStyle/>
          <a:p>
            <a:pPr>
              <a:lnSpc>
                <a:spcPct val="120000"/>
              </a:lnSpc>
              <a:spcAft>
                <a:spcPts val="601"/>
              </a:spcAft>
              <a:tabLst>
                <a:tab pos="0" algn="l"/>
              </a:tabLst>
            </a:pPr>
            <a:r>
              <a:rPr lang="es-ES" sz="2400" b="1" strike="noStrike" spc="-1">
                <a:solidFill>
                  <a:srgbClr val="000000"/>
                </a:solidFill>
                <a:latin typeface="Calibri"/>
              </a:rPr>
              <a:t>Selector descendente</a:t>
            </a:r>
            <a:endParaRPr lang="es-ES" sz="2400" b="0" strike="noStrike" spc="-1">
              <a:solidFill>
                <a:srgbClr val="000000"/>
              </a:solidFill>
              <a:latin typeface="Constantia"/>
            </a:endParaRPr>
          </a:p>
          <a:p>
            <a:pPr marL="630720" lvl="1" indent="-264600" algn="just">
              <a:lnSpc>
                <a:spcPct val="120000"/>
              </a:lnSpc>
              <a:spcAft>
                <a:spcPts val="601"/>
              </a:spcAft>
              <a:buClr>
                <a:srgbClr val="0B5394"/>
              </a:buClr>
              <a:buSzPct val="85000"/>
              <a:buFont typeface="Wingdings 2" charset="2"/>
              <a:buChar char=""/>
              <a:tabLst>
                <a:tab pos="0" algn="l"/>
              </a:tabLst>
            </a:pPr>
            <a:r>
              <a:rPr lang="es-ES" sz="1700" b="0" strike="noStrike" spc="-1">
                <a:solidFill>
                  <a:srgbClr val="000000"/>
                </a:solidFill>
                <a:latin typeface="Calibri"/>
              </a:rPr>
              <a:t>Un selector descendente selecciona los elementos que se encuentran dentro de otros elementos, es decir, se encuentra entre las etiquetas de apertura y de cierre del otro elemento.</a:t>
            </a:r>
            <a:endParaRPr lang="es-ES" sz="1700" b="0" strike="noStrike" spc="-1">
              <a:solidFill>
                <a:srgbClr val="000000"/>
              </a:solidFill>
              <a:latin typeface="Constantia"/>
            </a:endParaRPr>
          </a:p>
          <a:p>
            <a:pPr marL="630720" lvl="1" indent="-264600" algn="just">
              <a:lnSpc>
                <a:spcPct val="120000"/>
              </a:lnSpc>
              <a:spcAft>
                <a:spcPts val="601"/>
              </a:spcAft>
              <a:buClr>
                <a:srgbClr val="0B5394"/>
              </a:buClr>
              <a:buSzPct val="85000"/>
              <a:buFont typeface="Wingdings 2" charset="2"/>
              <a:buChar char=""/>
              <a:tabLst>
                <a:tab pos="0" algn="l"/>
              </a:tabLst>
            </a:pPr>
            <a:r>
              <a:rPr lang="es-ES" sz="1700" b="0" strike="noStrike" spc="-1">
                <a:solidFill>
                  <a:srgbClr val="000000"/>
                </a:solidFill>
                <a:latin typeface="Calibri"/>
              </a:rPr>
              <a:t>En el selector descendente, un elemento no tiene porqué ser "hijo directo" de otro. La única condición es que un elemento debe estar dentro de otro elemento.</a:t>
            </a:r>
            <a:endParaRPr lang="es-ES" sz="1700" b="0" strike="noStrike" spc="-1">
              <a:solidFill>
                <a:srgbClr val="000000"/>
              </a:solidFill>
              <a:latin typeface="Constantia"/>
            </a:endParaRPr>
          </a:p>
          <a:p>
            <a:pPr marL="630720" lvl="1" indent="-264600" algn="just">
              <a:lnSpc>
                <a:spcPct val="120000"/>
              </a:lnSpc>
              <a:spcAft>
                <a:spcPts val="601"/>
              </a:spcAft>
              <a:buClr>
                <a:srgbClr val="0B5394"/>
              </a:buClr>
              <a:buSzPct val="85000"/>
              <a:buFont typeface="Wingdings 2" charset="2"/>
              <a:buChar char=""/>
              <a:tabLst>
                <a:tab pos="0" algn="l"/>
              </a:tabLst>
            </a:pPr>
            <a:r>
              <a:rPr lang="es-ES" sz="1700" b="1" strike="noStrike" spc="-1">
                <a:solidFill>
                  <a:srgbClr val="000000"/>
                </a:solidFill>
                <a:latin typeface="Calibri"/>
              </a:rPr>
              <a:t>Ejemplo</a:t>
            </a:r>
            <a:r>
              <a:rPr lang="es-ES" sz="1700" b="0" strike="noStrike" spc="-1">
                <a:solidFill>
                  <a:srgbClr val="000000"/>
                </a:solidFill>
                <a:latin typeface="Calibri"/>
              </a:rPr>
              <a:t>:</a:t>
            </a:r>
            <a:endParaRPr lang="es-ES" sz="1700" b="0" strike="noStrike" spc="-1">
              <a:solidFill>
                <a:srgbClr val="000000"/>
              </a:solidFill>
              <a:latin typeface="Constantia"/>
            </a:endParaRPr>
          </a:p>
          <a:p>
            <a:endParaRPr lang="es-ES" sz="1700" b="0" strike="noStrike" spc="-1">
              <a:solidFill>
                <a:srgbClr val="000000"/>
              </a:solidFill>
              <a:latin typeface="Constantia"/>
            </a:endParaRPr>
          </a:p>
          <a:p>
            <a:pPr marL="640080" algn="just">
              <a:lnSpc>
                <a:spcPct val="120000"/>
              </a:lnSpc>
              <a:spcAft>
                <a:spcPts val="601"/>
              </a:spcAft>
              <a:tabLst>
                <a:tab pos="0" algn="l"/>
              </a:tabLst>
            </a:pPr>
            <a:r>
              <a:rPr lang="es-ES" sz="1700" b="0" strike="noStrike" spc="-1">
                <a:solidFill>
                  <a:srgbClr val="000000"/>
                </a:solidFill>
                <a:latin typeface="Calibri"/>
              </a:rPr>
              <a:t>El selector </a:t>
            </a:r>
            <a:r>
              <a:rPr lang="es-ES" sz="1400" b="0" strike="noStrike" spc="-1">
                <a:solidFill>
                  <a:srgbClr val="000000"/>
                </a:solidFill>
                <a:latin typeface="Courier New"/>
              </a:rPr>
              <a:t>p span </a:t>
            </a:r>
            <a:r>
              <a:rPr lang="es-ES" sz="1700" b="0" strike="noStrike" spc="-1">
                <a:solidFill>
                  <a:srgbClr val="000000"/>
                </a:solidFill>
                <a:latin typeface="Calibri"/>
              </a:rPr>
              <a:t>afecta tanto texto1 como texto2 en el ejemplo siguiente:</a:t>
            </a:r>
            <a:endParaRPr lang="es-ES" sz="1700" b="0" strike="noStrike" spc="-1">
              <a:solidFill>
                <a:srgbClr val="000000"/>
              </a:solidFill>
              <a:latin typeface="Constantia"/>
            </a:endParaRPr>
          </a:p>
          <a:p>
            <a:endParaRPr lang="es-ES" sz="1700" b="0" strike="noStrike" spc="-1">
              <a:solidFill>
                <a:srgbClr val="000000"/>
              </a:solidFill>
              <a:latin typeface="Constantia"/>
            </a:endParaRPr>
          </a:p>
        </p:txBody>
      </p:sp>
      <p:sp>
        <p:nvSpPr>
          <p:cNvPr id="118" name="Marcador de número de diapositiva 4"/>
          <p:cNvSpPr txBox="1"/>
          <p:nvPr/>
        </p:nvSpPr>
        <p:spPr>
          <a:xfrm>
            <a:off x="7924680" y="6356520"/>
            <a:ext cx="761760" cy="364680"/>
          </a:xfrm>
          <a:prstGeom prst="rect">
            <a:avLst/>
          </a:prstGeom>
          <a:noFill/>
          <a:ln w="0">
            <a:noFill/>
          </a:ln>
        </p:spPr>
        <p:txBody>
          <a:bodyPr lIns="0" tIns="0" rIns="0" bIns="0" anchor="b">
            <a:noAutofit/>
          </a:bodyPr>
          <a:lstStyle/>
          <a:p>
            <a:pPr algn="r">
              <a:lnSpc>
                <a:spcPct val="100000"/>
              </a:lnSpc>
            </a:pPr>
            <a:fld id="{4435542C-3DA0-4F1F-822E-035EF9B6521D}" type="slidenum">
              <a:rPr lang="es-ES" sz="1200" b="0" strike="noStrike" spc="-1">
                <a:solidFill>
                  <a:srgbClr val="035C75"/>
                </a:solidFill>
                <a:latin typeface="Constantia"/>
              </a:rPr>
              <a:t>5</a:t>
            </a:fld>
            <a:endParaRPr lang="es-ES" sz="1200" b="0" strike="noStrike" spc="-1">
              <a:latin typeface="Times New Roman"/>
            </a:endParaRPr>
          </a:p>
        </p:txBody>
      </p:sp>
      <p:sp>
        <p:nvSpPr>
          <p:cNvPr id="119" name="Text Box 4"/>
          <p:cNvSpPr/>
          <p:nvPr/>
        </p:nvSpPr>
        <p:spPr>
          <a:xfrm>
            <a:off x="1163880" y="4149000"/>
            <a:ext cx="6185520" cy="303480"/>
          </a:xfrm>
          <a:prstGeom prst="rect">
            <a:avLst/>
          </a:prstGeom>
          <a:solidFill>
            <a:srgbClr val="FFFFFF"/>
          </a:solidFill>
          <a:ln w="3175">
            <a:solidFill>
              <a:srgbClr val="009DD9"/>
            </a:solidFill>
            <a:prstDash val="dash"/>
            <a:round/>
          </a:ln>
        </p:spPr>
        <p:style>
          <a:lnRef idx="2">
            <a:schemeClr val="accent2"/>
          </a:lnRef>
          <a:fillRef idx="1">
            <a:schemeClr val="lt1"/>
          </a:fillRef>
          <a:effectRef idx="0">
            <a:schemeClr val="accent2"/>
          </a:effectRef>
          <a:fontRef idx="minor"/>
        </p:style>
        <p:txBody>
          <a:bodyPr lIns="90000" tIns="45000" rIns="90000" bIns="45000">
            <a:spAutoFit/>
          </a:bodyPr>
          <a:lstStyle/>
          <a:p>
            <a:pPr marL="343080" indent="-342720">
              <a:lnSpc>
                <a:spcPct val="100000"/>
              </a:lnSpc>
              <a:tabLst>
                <a:tab pos="0" algn="l"/>
              </a:tabLst>
            </a:pPr>
            <a:r>
              <a:rPr lang="es-ES_tradnl" sz="1400" b="0" strike="noStrike" spc="-1">
                <a:solidFill>
                  <a:srgbClr val="000000"/>
                </a:solidFill>
                <a:latin typeface="Courier New"/>
              </a:rPr>
              <a:t>p span { color: red; }</a:t>
            </a:r>
            <a:endParaRPr lang="es-ES" sz="1400" b="0" strike="noStrike" spc="-1">
              <a:latin typeface="Arial"/>
            </a:endParaRPr>
          </a:p>
        </p:txBody>
      </p:sp>
      <p:sp>
        <p:nvSpPr>
          <p:cNvPr id="120" name="Text Box 4"/>
          <p:cNvSpPr/>
          <p:nvPr/>
        </p:nvSpPr>
        <p:spPr>
          <a:xfrm>
            <a:off x="1163880" y="5023080"/>
            <a:ext cx="6185520" cy="1582200"/>
          </a:xfrm>
          <a:prstGeom prst="rect">
            <a:avLst/>
          </a:prstGeom>
          <a:solidFill>
            <a:srgbClr val="FFFFFF"/>
          </a:solidFill>
          <a:ln w="3175">
            <a:solidFill>
              <a:srgbClr val="009DD9"/>
            </a:solidFill>
            <a:prstDash val="dash"/>
            <a:round/>
          </a:ln>
        </p:spPr>
        <p:style>
          <a:lnRef idx="2">
            <a:schemeClr val="accent2"/>
          </a:lnRef>
          <a:fillRef idx="1">
            <a:schemeClr val="lt1"/>
          </a:fillRef>
          <a:effectRef idx="0">
            <a:schemeClr val="accent2"/>
          </a:effectRef>
          <a:fontRef idx="minor"/>
        </p:style>
        <p:txBody>
          <a:bodyPr lIns="90000" tIns="45000" rIns="90000" bIns="45000">
            <a:spAutoFit/>
          </a:bodyPr>
          <a:lstStyle/>
          <a:p>
            <a:pPr marL="343080" indent="-342720">
              <a:lnSpc>
                <a:spcPct val="100000"/>
              </a:lnSpc>
              <a:tabLst>
                <a:tab pos="0" algn="l"/>
              </a:tabLst>
            </a:pPr>
            <a:r>
              <a:rPr lang="es-ES_tradnl" sz="1400" b="0" strike="noStrike" spc="-1">
                <a:solidFill>
                  <a:srgbClr val="000000"/>
                </a:solidFill>
                <a:latin typeface="Courier New"/>
              </a:rPr>
              <a:t>&lt;p&gt;</a:t>
            </a:r>
            <a:endParaRPr lang="es-ES" sz="1400" b="0" strike="noStrike" spc="-1">
              <a:latin typeface="Arial"/>
            </a:endParaRPr>
          </a:p>
          <a:p>
            <a:pPr marL="343080" indent="-342720">
              <a:lnSpc>
                <a:spcPct val="100000"/>
              </a:lnSpc>
              <a:tabLst>
                <a:tab pos="0" algn="l"/>
              </a:tabLst>
            </a:pPr>
            <a:r>
              <a:rPr lang="es-ES_tradnl" sz="1400" b="0" strike="noStrike" spc="-1">
                <a:solidFill>
                  <a:srgbClr val="000000"/>
                </a:solidFill>
                <a:latin typeface="Courier New"/>
              </a:rPr>
              <a:t>    ...</a:t>
            </a:r>
            <a:endParaRPr lang="es-ES" sz="1400" b="0" strike="noStrike" spc="-1">
              <a:latin typeface="Arial"/>
            </a:endParaRPr>
          </a:p>
          <a:p>
            <a:pPr marL="343080" indent="-342720">
              <a:lnSpc>
                <a:spcPct val="100000"/>
              </a:lnSpc>
              <a:tabLst>
                <a:tab pos="0" algn="l"/>
              </a:tabLst>
            </a:pPr>
            <a:r>
              <a:rPr lang="es-ES_tradnl" sz="1400" b="0" strike="noStrike" spc="-1">
                <a:solidFill>
                  <a:srgbClr val="000000"/>
                </a:solidFill>
                <a:latin typeface="Courier New"/>
              </a:rPr>
              <a:t>   &lt;span&gt;texto1&lt;/span&gt;</a:t>
            </a:r>
            <a:endParaRPr lang="es-ES" sz="1400" b="0" strike="noStrike" spc="-1">
              <a:latin typeface="Arial"/>
            </a:endParaRPr>
          </a:p>
          <a:p>
            <a:pPr marL="343080" indent="-342720">
              <a:lnSpc>
                <a:spcPct val="100000"/>
              </a:lnSpc>
              <a:tabLst>
                <a:tab pos="0" algn="l"/>
              </a:tabLst>
            </a:pPr>
            <a:r>
              <a:rPr lang="es-ES_tradnl" sz="1400" b="0" strike="noStrike" spc="-1">
                <a:solidFill>
                  <a:srgbClr val="000000"/>
                </a:solidFill>
                <a:latin typeface="Courier New"/>
              </a:rPr>
              <a:t>    ...</a:t>
            </a:r>
            <a:endParaRPr lang="es-ES" sz="1400" b="0" strike="noStrike" spc="-1">
              <a:latin typeface="Arial"/>
            </a:endParaRPr>
          </a:p>
          <a:p>
            <a:pPr marL="343080" indent="-342720">
              <a:lnSpc>
                <a:spcPct val="100000"/>
              </a:lnSpc>
              <a:tabLst>
                <a:tab pos="0" algn="l"/>
              </a:tabLst>
            </a:pPr>
            <a:r>
              <a:rPr lang="es-ES_tradnl" sz="1400" b="0" strike="noStrike" spc="-1">
                <a:solidFill>
                  <a:srgbClr val="000000"/>
                </a:solidFill>
                <a:latin typeface="Courier New"/>
              </a:rPr>
              <a:t>   &lt;a href=""&gt;...&lt;span&gt;texto2&lt;/span&gt;&lt;/a&gt;</a:t>
            </a:r>
            <a:endParaRPr lang="es-ES" sz="1400" b="0" strike="noStrike" spc="-1">
              <a:latin typeface="Arial"/>
            </a:endParaRPr>
          </a:p>
          <a:p>
            <a:pPr marL="343080" indent="-342720">
              <a:lnSpc>
                <a:spcPct val="100000"/>
              </a:lnSpc>
              <a:tabLst>
                <a:tab pos="0" algn="l"/>
              </a:tabLst>
            </a:pPr>
            <a:r>
              <a:rPr lang="es-ES_tradnl" sz="1400" b="0" strike="noStrike" spc="-1">
                <a:solidFill>
                  <a:srgbClr val="000000"/>
                </a:solidFill>
                <a:latin typeface="Courier New"/>
              </a:rPr>
              <a:t>    ...</a:t>
            </a:r>
            <a:endParaRPr lang="es-ES" sz="1400" b="0" strike="noStrike" spc="-1">
              <a:latin typeface="Arial"/>
            </a:endParaRPr>
          </a:p>
          <a:p>
            <a:pPr marL="343080" indent="-342720">
              <a:lnSpc>
                <a:spcPct val="100000"/>
              </a:lnSpc>
              <a:tabLst>
                <a:tab pos="0" algn="l"/>
              </a:tabLst>
            </a:pPr>
            <a:r>
              <a:rPr lang="es-ES_tradnl" sz="1400" b="0" strike="noStrike" spc="-1">
                <a:solidFill>
                  <a:srgbClr val="000000"/>
                </a:solidFill>
                <a:latin typeface="Courier New"/>
              </a:rPr>
              <a:t>&lt;/p&gt;</a:t>
            </a:r>
            <a:endParaRPr lang="es-ES" sz="1400" b="0" strike="noStrike" spc="-1">
              <a:latin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Título 1"/>
          <p:cNvSpPr txBox="1"/>
          <p:nvPr/>
        </p:nvSpPr>
        <p:spPr>
          <a:xfrm>
            <a:off x="457200" y="332640"/>
            <a:ext cx="8506800" cy="1142640"/>
          </a:xfrm>
          <a:prstGeom prst="rect">
            <a:avLst/>
          </a:prstGeom>
          <a:noFill/>
          <a:ln w="0">
            <a:noFill/>
          </a:ln>
        </p:spPr>
        <p:txBody>
          <a:bodyPr lIns="0" tIns="45000" rIns="0" bIns="0" anchor="b">
            <a:normAutofit/>
          </a:bodyPr>
          <a:lstStyle/>
          <a:p>
            <a:pPr>
              <a:lnSpc>
                <a:spcPct val="100000"/>
              </a:lnSpc>
            </a:pPr>
            <a:r>
              <a:rPr lang="es-ES" sz="4000" b="0" strike="noStrike" spc="-1">
                <a:solidFill>
                  <a:srgbClr val="04617B"/>
                </a:solidFill>
                <a:latin typeface="Calibri"/>
              </a:rPr>
              <a:t>Selectores básicos</a:t>
            </a:r>
            <a:endParaRPr lang="es-ES" sz="4000" b="0" strike="noStrike" spc="-1">
              <a:solidFill>
                <a:srgbClr val="000000"/>
              </a:solidFill>
              <a:latin typeface="Constantia"/>
            </a:endParaRPr>
          </a:p>
        </p:txBody>
      </p:sp>
      <p:sp>
        <p:nvSpPr>
          <p:cNvPr id="122" name="Marcador de contenido 2"/>
          <p:cNvSpPr txBox="1"/>
          <p:nvPr/>
        </p:nvSpPr>
        <p:spPr>
          <a:xfrm>
            <a:off x="467640" y="1556640"/>
            <a:ext cx="8064360" cy="4968360"/>
          </a:xfrm>
          <a:prstGeom prst="rect">
            <a:avLst/>
          </a:prstGeom>
          <a:noFill/>
          <a:ln w="0">
            <a:noFill/>
          </a:ln>
        </p:spPr>
        <p:txBody>
          <a:bodyPr lIns="90000" tIns="45000" rIns="90000" bIns="45000">
            <a:noAutofit/>
          </a:bodyPr>
          <a:lstStyle/>
          <a:p>
            <a:pPr>
              <a:lnSpc>
                <a:spcPct val="120000"/>
              </a:lnSpc>
              <a:spcAft>
                <a:spcPts val="601"/>
              </a:spcAft>
              <a:tabLst>
                <a:tab pos="0" algn="l"/>
              </a:tabLst>
            </a:pPr>
            <a:r>
              <a:rPr lang="es-ES" sz="2400" b="1" strike="noStrike" spc="-1">
                <a:solidFill>
                  <a:srgbClr val="000000"/>
                </a:solidFill>
                <a:latin typeface="Calibri"/>
              </a:rPr>
              <a:t>Selector descendente</a:t>
            </a:r>
            <a:endParaRPr lang="es-ES" sz="2400" b="0" strike="noStrike" spc="-1">
              <a:solidFill>
                <a:srgbClr val="000000"/>
              </a:solidFill>
              <a:latin typeface="Constantia"/>
            </a:endParaRPr>
          </a:p>
          <a:p>
            <a:pPr marL="630720" lvl="1" indent="-264600">
              <a:lnSpc>
                <a:spcPct val="120000"/>
              </a:lnSpc>
              <a:spcAft>
                <a:spcPts val="601"/>
              </a:spcAft>
              <a:buClr>
                <a:srgbClr val="0B5394"/>
              </a:buClr>
              <a:buSzPct val="85000"/>
              <a:buFont typeface="Wingdings 2" charset="2"/>
              <a:buChar char=""/>
              <a:tabLst>
                <a:tab pos="0" algn="l"/>
              </a:tabLst>
            </a:pPr>
            <a:r>
              <a:rPr lang="es-ES" sz="1700" b="1" strike="noStrike" spc="-1">
                <a:solidFill>
                  <a:srgbClr val="000000"/>
                </a:solidFill>
                <a:latin typeface="Calibri"/>
              </a:rPr>
              <a:t>No debe confundirse el selector descendente con la agrupación de selectores.</a:t>
            </a:r>
            <a:endParaRPr lang="es-ES" sz="1700" b="0" strike="noStrike" spc="-1">
              <a:solidFill>
                <a:srgbClr val="000000"/>
              </a:solidFill>
              <a:latin typeface="Constantia"/>
            </a:endParaRPr>
          </a:p>
        </p:txBody>
      </p:sp>
      <p:sp>
        <p:nvSpPr>
          <p:cNvPr id="123" name="Marcador de número de diapositiva 4"/>
          <p:cNvSpPr txBox="1"/>
          <p:nvPr/>
        </p:nvSpPr>
        <p:spPr>
          <a:xfrm>
            <a:off x="7924680" y="6356520"/>
            <a:ext cx="761760" cy="364680"/>
          </a:xfrm>
          <a:prstGeom prst="rect">
            <a:avLst/>
          </a:prstGeom>
          <a:noFill/>
          <a:ln w="0">
            <a:noFill/>
          </a:ln>
        </p:spPr>
        <p:txBody>
          <a:bodyPr lIns="0" tIns="0" rIns="0" bIns="0" anchor="b">
            <a:noAutofit/>
          </a:bodyPr>
          <a:lstStyle/>
          <a:p>
            <a:pPr algn="r">
              <a:lnSpc>
                <a:spcPct val="100000"/>
              </a:lnSpc>
            </a:pPr>
            <a:fld id="{B4E19659-7879-4B51-8BA5-1762E1C45770}" type="slidenum">
              <a:rPr lang="es-ES" sz="1200" b="0" strike="noStrike" spc="-1">
                <a:solidFill>
                  <a:srgbClr val="035C75"/>
                </a:solidFill>
                <a:latin typeface="Constantia"/>
              </a:rPr>
              <a:t>6</a:t>
            </a:fld>
            <a:endParaRPr lang="es-ES" sz="1200" b="0" strike="noStrike" spc="-1">
              <a:latin typeface="Times New Roman"/>
            </a:endParaRPr>
          </a:p>
        </p:txBody>
      </p:sp>
      <p:sp>
        <p:nvSpPr>
          <p:cNvPr id="124" name="Text Box 4"/>
          <p:cNvSpPr/>
          <p:nvPr/>
        </p:nvSpPr>
        <p:spPr>
          <a:xfrm>
            <a:off x="1182600" y="2637000"/>
            <a:ext cx="7056360" cy="2434680"/>
          </a:xfrm>
          <a:prstGeom prst="rect">
            <a:avLst/>
          </a:prstGeom>
          <a:solidFill>
            <a:srgbClr val="FFFFFF"/>
          </a:solidFill>
          <a:ln w="3175">
            <a:solidFill>
              <a:srgbClr val="009DD9"/>
            </a:solidFill>
            <a:prstDash val="dash"/>
            <a:round/>
          </a:ln>
        </p:spPr>
        <p:style>
          <a:lnRef idx="2">
            <a:schemeClr val="accent2"/>
          </a:lnRef>
          <a:fillRef idx="1">
            <a:schemeClr val="lt1"/>
          </a:fillRef>
          <a:effectRef idx="0">
            <a:schemeClr val="accent2"/>
          </a:effectRef>
          <a:fontRef idx="minor"/>
        </p:style>
        <p:txBody>
          <a:bodyPr lIns="90000" tIns="45000" rIns="90000" bIns="45000">
            <a:spAutoFit/>
          </a:bodyPr>
          <a:lstStyle/>
          <a:p>
            <a:pPr>
              <a:lnSpc>
                <a:spcPct val="100000"/>
              </a:lnSpc>
              <a:tabLst>
                <a:tab pos="0" algn="l"/>
              </a:tabLst>
            </a:pPr>
            <a:r>
              <a:rPr lang="en-US" sz="1400" b="0" strike="noStrike" spc="-1">
                <a:solidFill>
                  <a:srgbClr val="000000"/>
                </a:solidFill>
                <a:latin typeface="Courier New"/>
              </a:rPr>
              <a:t>/* Se aplica a todos los elementos &lt;p&gt;, &lt;a&gt;, &lt;span&gt; y &lt;em&gt; */</a:t>
            </a:r>
            <a:endParaRPr lang="es-ES" sz="1400" b="0" strike="noStrike" spc="-1">
              <a:latin typeface="Arial"/>
            </a:endParaRPr>
          </a:p>
          <a:p>
            <a:pPr>
              <a:lnSpc>
                <a:spcPct val="100000"/>
              </a:lnSpc>
              <a:tabLst>
                <a:tab pos="0" algn="l"/>
              </a:tabLst>
            </a:pPr>
            <a:r>
              <a:rPr lang="en-US" sz="1400" b="0" strike="noStrike" spc="-1">
                <a:solidFill>
                  <a:srgbClr val="000000"/>
                </a:solidFill>
                <a:latin typeface="Courier New"/>
              </a:rPr>
              <a:t>p, a, span, em { </a:t>
            </a:r>
            <a:endParaRPr lang="es-ES" sz="1400" b="0" strike="noStrike" spc="-1">
              <a:latin typeface="Arial"/>
            </a:endParaRPr>
          </a:p>
          <a:p>
            <a:pPr>
              <a:lnSpc>
                <a:spcPct val="100000"/>
              </a:lnSpc>
              <a:tabLst>
                <a:tab pos="0" algn="l"/>
              </a:tabLst>
            </a:pPr>
            <a:r>
              <a:rPr lang="en-US" sz="1400" b="0" strike="noStrike" spc="-1">
                <a:solidFill>
                  <a:srgbClr val="000000"/>
                </a:solidFill>
                <a:latin typeface="Courier New"/>
              </a:rPr>
              <a:t>	text-decoration: underline; </a:t>
            </a:r>
            <a:endParaRPr lang="es-ES" sz="1400" b="0" strike="noStrike" spc="-1">
              <a:latin typeface="Arial"/>
            </a:endParaRPr>
          </a:p>
          <a:p>
            <a:pPr>
              <a:lnSpc>
                <a:spcPct val="100000"/>
              </a:lnSpc>
              <a:tabLst>
                <a:tab pos="0" algn="l"/>
              </a:tabLst>
            </a:pPr>
            <a:r>
              <a:rPr lang="en-US" sz="1400" b="0" strike="noStrike" spc="-1">
                <a:solidFill>
                  <a:srgbClr val="000000"/>
                </a:solidFill>
                <a:latin typeface="Courier New"/>
              </a:rPr>
              <a:t>}</a:t>
            </a:r>
            <a:endParaRPr lang="es-ES" sz="1400" b="0" strike="noStrike" spc="-1">
              <a:latin typeface="Arial"/>
            </a:endParaRPr>
          </a:p>
          <a:p>
            <a:pPr>
              <a:lnSpc>
                <a:spcPct val="100000"/>
              </a:lnSpc>
              <a:tabLst>
                <a:tab pos="0" algn="l"/>
              </a:tabLst>
            </a:pPr>
            <a:endParaRPr lang="es-ES" sz="1400" b="0" strike="noStrike" spc="-1">
              <a:latin typeface="Arial"/>
            </a:endParaRPr>
          </a:p>
          <a:p>
            <a:pPr>
              <a:lnSpc>
                <a:spcPct val="100000"/>
              </a:lnSpc>
              <a:tabLst>
                <a:tab pos="0" algn="l"/>
              </a:tabLst>
            </a:pPr>
            <a:r>
              <a:rPr lang="en-US" sz="1400" b="0" strike="noStrike" spc="-1">
                <a:solidFill>
                  <a:srgbClr val="000000"/>
                </a:solidFill>
                <a:latin typeface="Courier New"/>
              </a:rPr>
              <a:t>/* Se aplica solo a los elementos &lt;em&gt; que se encuentran dentro de &lt;span&gt; que a su vez se encuentran dentro de &lt;a&gt; que a su vez se encuentran dentro de &lt;p&gt; */</a:t>
            </a:r>
            <a:endParaRPr lang="es-ES" sz="1400" b="0" strike="noStrike" spc="-1">
              <a:latin typeface="Arial"/>
            </a:endParaRPr>
          </a:p>
          <a:p>
            <a:pPr>
              <a:lnSpc>
                <a:spcPct val="100000"/>
              </a:lnSpc>
              <a:tabLst>
                <a:tab pos="0" algn="l"/>
              </a:tabLst>
            </a:pPr>
            <a:r>
              <a:rPr lang="en-US" sz="1400" b="0" strike="noStrike" spc="-1">
                <a:solidFill>
                  <a:srgbClr val="000000"/>
                </a:solidFill>
                <a:latin typeface="Courier New"/>
              </a:rPr>
              <a:t>p a span em { </a:t>
            </a:r>
            <a:endParaRPr lang="es-ES" sz="1400" b="0" strike="noStrike" spc="-1">
              <a:latin typeface="Arial"/>
            </a:endParaRPr>
          </a:p>
          <a:p>
            <a:pPr marL="343080" indent="12600">
              <a:lnSpc>
                <a:spcPct val="100000"/>
              </a:lnSpc>
              <a:tabLst>
                <a:tab pos="0" algn="l"/>
              </a:tabLst>
            </a:pPr>
            <a:r>
              <a:rPr lang="en-US" sz="1400" b="0" strike="noStrike" spc="-1">
                <a:solidFill>
                  <a:srgbClr val="000000"/>
                </a:solidFill>
                <a:latin typeface="Courier New"/>
              </a:rPr>
              <a:t>text-decoration: underline; </a:t>
            </a:r>
            <a:endParaRPr lang="es-ES" sz="1400" b="0" strike="noStrike" spc="-1">
              <a:latin typeface="Arial"/>
            </a:endParaRPr>
          </a:p>
          <a:p>
            <a:pPr>
              <a:lnSpc>
                <a:spcPct val="100000"/>
              </a:lnSpc>
              <a:tabLst>
                <a:tab pos="0" algn="l"/>
              </a:tabLst>
            </a:pPr>
            <a:r>
              <a:rPr lang="en-US" sz="1400" b="0" strike="noStrike" spc="-1">
                <a:solidFill>
                  <a:srgbClr val="000000"/>
                </a:solidFill>
                <a:latin typeface="Courier New"/>
              </a:rPr>
              <a:t>}</a:t>
            </a:r>
            <a:endParaRPr lang="es-ES" sz="1400" b="0" strike="noStrike" spc="-1">
              <a:latin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 name="Título 1"/>
          <p:cNvSpPr txBox="1"/>
          <p:nvPr/>
        </p:nvSpPr>
        <p:spPr>
          <a:xfrm>
            <a:off x="457200" y="332640"/>
            <a:ext cx="8506800" cy="1142640"/>
          </a:xfrm>
          <a:prstGeom prst="rect">
            <a:avLst/>
          </a:prstGeom>
          <a:noFill/>
          <a:ln w="0">
            <a:noFill/>
          </a:ln>
        </p:spPr>
        <p:txBody>
          <a:bodyPr lIns="0" tIns="45000" rIns="0" bIns="0" anchor="b">
            <a:normAutofit/>
          </a:bodyPr>
          <a:lstStyle/>
          <a:p>
            <a:pPr>
              <a:lnSpc>
                <a:spcPct val="100000"/>
              </a:lnSpc>
            </a:pPr>
            <a:r>
              <a:rPr lang="es-ES" sz="4000" b="0" strike="noStrike" spc="-1">
                <a:solidFill>
                  <a:srgbClr val="04617B"/>
                </a:solidFill>
                <a:latin typeface="Calibri"/>
              </a:rPr>
              <a:t>Selectores básicos</a:t>
            </a:r>
            <a:endParaRPr lang="es-ES" sz="4000" b="0" strike="noStrike" spc="-1">
              <a:solidFill>
                <a:srgbClr val="000000"/>
              </a:solidFill>
              <a:latin typeface="Constantia"/>
            </a:endParaRPr>
          </a:p>
        </p:txBody>
      </p:sp>
      <p:sp>
        <p:nvSpPr>
          <p:cNvPr id="126" name="Marcador de contenido 2"/>
          <p:cNvSpPr txBox="1"/>
          <p:nvPr/>
        </p:nvSpPr>
        <p:spPr>
          <a:xfrm>
            <a:off x="457200" y="1570320"/>
            <a:ext cx="8064360" cy="4968360"/>
          </a:xfrm>
          <a:prstGeom prst="rect">
            <a:avLst/>
          </a:prstGeom>
          <a:noFill/>
          <a:ln w="0">
            <a:noFill/>
          </a:ln>
        </p:spPr>
        <p:txBody>
          <a:bodyPr lIns="90000" tIns="45000" rIns="90000" bIns="45000">
            <a:noAutofit/>
          </a:bodyPr>
          <a:lstStyle/>
          <a:p>
            <a:pPr>
              <a:lnSpc>
                <a:spcPct val="120000"/>
              </a:lnSpc>
              <a:spcAft>
                <a:spcPts val="601"/>
              </a:spcAft>
              <a:tabLst>
                <a:tab pos="0" algn="l"/>
              </a:tabLst>
            </a:pPr>
            <a:r>
              <a:rPr lang="es-ES" sz="2400" b="1" strike="noStrike" spc="-1">
                <a:solidFill>
                  <a:srgbClr val="000000"/>
                </a:solidFill>
                <a:latin typeface="Calibri"/>
              </a:rPr>
              <a:t>Selector de clase</a:t>
            </a:r>
            <a:endParaRPr lang="es-ES" sz="2400" b="0" strike="noStrike" spc="-1">
              <a:solidFill>
                <a:srgbClr val="000000"/>
              </a:solidFill>
              <a:latin typeface="Constantia"/>
            </a:endParaRPr>
          </a:p>
          <a:p>
            <a:pPr marL="630720" lvl="1" indent="-264600" algn="just">
              <a:lnSpc>
                <a:spcPct val="120000"/>
              </a:lnSpc>
              <a:spcAft>
                <a:spcPts val="601"/>
              </a:spcAft>
              <a:buClr>
                <a:srgbClr val="0B5394"/>
              </a:buClr>
              <a:buSzPct val="85000"/>
              <a:buFont typeface="Wingdings 2" charset="2"/>
              <a:buChar char=""/>
              <a:tabLst>
                <a:tab pos="0" algn="l"/>
              </a:tabLst>
            </a:pPr>
            <a:r>
              <a:rPr lang="es-ES" sz="1700" b="0" strike="noStrike" spc="-1">
                <a:solidFill>
                  <a:srgbClr val="000000"/>
                </a:solidFill>
                <a:latin typeface="Calibri"/>
              </a:rPr>
              <a:t>Vamos a utilizar el atributo </a:t>
            </a:r>
            <a:r>
              <a:rPr lang="es-ES" sz="1700" b="1" strike="noStrike" spc="-1">
                <a:solidFill>
                  <a:srgbClr val="000000"/>
                </a:solidFill>
                <a:latin typeface="Calibri"/>
              </a:rPr>
              <a:t>class</a:t>
            </a:r>
            <a:r>
              <a:rPr lang="es-ES" sz="1700" b="0" strike="noStrike" spc="-1">
                <a:solidFill>
                  <a:srgbClr val="000000"/>
                </a:solidFill>
                <a:latin typeface="Calibri"/>
              </a:rPr>
              <a:t> de HTML sobre un elemento para poder definir directamente una regla CSS para ese elemento.</a:t>
            </a:r>
            <a:endParaRPr lang="es-ES" sz="1700" b="0" strike="noStrike" spc="-1">
              <a:solidFill>
                <a:srgbClr val="000000"/>
              </a:solidFill>
              <a:latin typeface="Constantia"/>
            </a:endParaRPr>
          </a:p>
          <a:p>
            <a:pPr marL="630720" lvl="1" indent="-264600">
              <a:lnSpc>
                <a:spcPct val="120000"/>
              </a:lnSpc>
              <a:spcAft>
                <a:spcPts val="601"/>
              </a:spcAft>
              <a:buClr>
                <a:srgbClr val="0B5394"/>
              </a:buClr>
              <a:buSzPct val="85000"/>
              <a:buFont typeface="Wingdings 2" charset="2"/>
              <a:buChar char=""/>
              <a:tabLst>
                <a:tab pos="0" algn="l"/>
              </a:tabLst>
            </a:pPr>
            <a:r>
              <a:rPr lang="es-ES" sz="1700" b="0" strike="noStrike" spc="-1">
                <a:solidFill>
                  <a:srgbClr val="000000"/>
                </a:solidFill>
                <a:latin typeface="Calibri"/>
              </a:rPr>
              <a:t>Para que el navegador no confunda este selector con los selectores de etiqueta, se prefija el valor del atributo class con un </a:t>
            </a:r>
            <a:r>
              <a:rPr lang="es-ES" sz="1700" b="1" strike="noStrike" spc="-1">
                <a:solidFill>
                  <a:srgbClr val="000000"/>
                </a:solidFill>
                <a:latin typeface="Calibri"/>
              </a:rPr>
              <a:t>punto</a:t>
            </a:r>
            <a:r>
              <a:rPr lang="es-ES" sz="1700" b="0" strike="noStrike" spc="-1">
                <a:solidFill>
                  <a:srgbClr val="000000"/>
                </a:solidFill>
                <a:latin typeface="Calibri"/>
              </a:rPr>
              <a:t> </a:t>
            </a:r>
            <a:r>
              <a:rPr lang="es-ES" sz="1700" b="1" strike="noStrike" spc="-1">
                <a:solidFill>
                  <a:srgbClr val="000000"/>
                </a:solidFill>
                <a:latin typeface="Calibri"/>
              </a:rPr>
              <a:t>(.)</a:t>
            </a:r>
            <a:endParaRPr lang="es-ES" sz="1700" b="0" strike="noStrike" spc="-1">
              <a:solidFill>
                <a:srgbClr val="000000"/>
              </a:solidFill>
              <a:latin typeface="Constantia"/>
            </a:endParaRPr>
          </a:p>
          <a:p>
            <a:pPr marL="630720" lvl="1" indent="-264600">
              <a:lnSpc>
                <a:spcPct val="120000"/>
              </a:lnSpc>
              <a:spcAft>
                <a:spcPts val="601"/>
              </a:spcAft>
              <a:buClr>
                <a:srgbClr val="0B5394"/>
              </a:buClr>
              <a:buSzPct val="85000"/>
              <a:buFont typeface="Wingdings 2" charset="2"/>
              <a:buChar char=""/>
              <a:tabLst>
                <a:tab pos="0" algn="l"/>
              </a:tabLst>
            </a:pPr>
            <a:r>
              <a:rPr lang="es-ES" sz="1700" b="0" strike="noStrike" spc="-1">
                <a:solidFill>
                  <a:srgbClr val="000000"/>
                </a:solidFill>
                <a:latin typeface="Calibri"/>
              </a:rPr>
              <a:t>El selector </a:t>
            </a:r>
            <a:r>
              <a:rPr lang="es-ES" sz="1700" b="1" strike="noStrike" spc="-1">
                <a:solidFill>
                  <a:srgbClr val="000000"/>
                </a:solidFill>
                <a:latin typeface="Calibri"/>
              </a:rPr>
              <a:t>.destacado </a:t>
            </a:r>
            <a:r>
              <a:rPr lang="es-ES" sz="1700" b="0" strike="noStrike" spc="-1">
                <a:solidFill>
                  <a:srgbClr val="000000"/>
                </a:solidFill>
                <a:latin typeface="Calibri"/>
              </a:rPr>
              <a:t>se interpreta como “</a:t>
            </a:r>
            <a:r>
              <a:rPr lang="es-ES" sz="1700" b="1" strike="noStrike" spc="-1">
                <a:solidFill>
                  <a:srgbClr val="000000"/>
                </a:solidFill>
                <a:latin typeface="Calibri"/>
              </a:rPr>
              <a:t>cualquier elemento de la página cuyo atributo class sea igual a destacado”</a:t>
            </a:r>
            <a:endParaRPr lang="es-ES" sz="1700" b="0" strike="noStrike" spc="-1">
              <a:solidFill>
                <a:srgbClr val="000000"/>
              </a:solidFill>
              <a:latin typeface="Constantia"/>
            </a:endParaRPr>
          </a:p>
          <a:p>
            <a:pPr marL="630720" lvl="1" indent="-264600">
              <a:lnSpc>
                <a:spcPct val="120000"/>
              </a:lnSpc>
              <a:spcAft>
                <a:spcPts val="601"/>
              </a:spcAft>
              <a:buClr>
                <a:srgbClr val="0B5394"/>
              </a:buClr>
              <a:buSzPct val="85000"/>
              <a:buFont typeface="Wingdings 2" charset="2"/>
              <a:buChar char=""/>
              <a:tabLst>
                <a:tab pos="0" algn="l"/>
              </a:tabLst>
            </a:pPr>
            <a:r>
              <a:rPr lang="es-ES" sz="1700" b="1" strike="noStrike" spc="-1">
                <a:solidFill>
                  <a:srgbClr val="000000"/>
                </a:solidFill>
                <a:latin typeface="Calibri"/>
              </a:rPr>
              <a:t>Ejemplo</a:t>
            </a:r>
            <a:r>
              <a:rPr lang="es-ES" sz="1700" b="0" strike="noStrike" spc="-1">
                <a:solidFill>
                  <a:srgbClr val="000000"/>
                </a:solidFill>
                <a:latin typeface="Calibri"/>
              </a:rPr>
              <a:t>: sólo el párrafo con el atributo class igual a destacado se pondrá en rojo.</a:t>
            </a:r>
            <a:endParaRPr lang="es-ES" sz="1700" b="0" strike="noStrike" spc="-1">
              <a:solidFill>
                <a:srgbClr val="000000"/>
              </a:solidFill>
              <a:latin typeface="Constantia"/>
            </a:endParaRPr>
          </a:p>
          <a:p>
            <a:endParaRPr lang="es-ES" sz="1700" b="0" strike="noStrike" spc="-1">
              <a:solidFill>
                <a:srgbClr val="000000"/>
              </a:solidFill>
              <a:latin typeface="Constantia"/>
            </a:endParaRPr>
          </a:p>
          <a:p>
            <a:endParaRPr lang="es-ES" sz="1700" b="0" strike="noStrike" spc="-1">
              <a:solidFill>
                <a:srgbClr val="000000"/>
              </a:solidFill>
              <a:latin typeface="Constantia"/>
            </a:endParaRPr>
          </a:p>
          <a:p>
            <a:endParaRPr lang="es-ES" sz="1700" b="0" strike="noStrike" spc="-1">
              <a:solidFill>
                <a:srgbClr val="000000"/>
              </a:solidFill>
              <a:latin typeface="Constantia"/>
            </a:endParaRPr>
          </a:p>
          <a:p>
            <a:endParaRPr lang="es-ES" sz="1700" b="0" strike="noStrike" spc="-1">
              <a:solidFill>
                <a:srgbClr val="000000"/>
              </a:solidFill>
              <a:latin typeface="Constantia"/>
            </a:endParaRPr>
          </a:p>
          <a:p>
            <a:pPr marL="640080">
              <a:lnSpc>
                <a:spcPct val="120000"/>
              </a:lnSpc>
              <a:spcAft>
                <a:spcPts val="601"/>
              </a:spcAft>
              <a:tabLst>
                <a:tab pos="0" algn="l"/>
              </a:tabLst>
            </a:pPr>
            <a:endParaRPr lang="es-ES" sz="1700" b="0" strike="noStrike" spc="-1">
              <a:solidFill>
                <a:srgbClr val="000000"/>
              </a:solidFill>
              <a:latin typeface="Constantia"/>
            </a:endParaRPr>
          </a:p>
        </p:txBody>
      </p:sp>
      <p:sp>
        <p:nvSpPr>
          <p:cNvPr id="127" name="Marcador de número de diapositiva 4"/>
          <p:cNvSpPr txBox="1"/>
          <p:nvPr/>
        </p:nvSpPr>
        <p:spPr>
          <a:xfrm>
            <a:off x="7924680" y="6356520"/>
            <a:ext cx="761760" cy="364680"/>
          </a:xfrm>
          <a:prstGeom prst="rect">
            <a:avLst/>
          </a:prstGeom>
          <a:noFill/>
          <a:ln w="0">
            <a:noFill/>
          </a:ln>
        </p:spPr>
        <p:txBody>
          <a:bodyPr lIns="0" tIns="0" rIns="0" bIns="0" anchor="b">
            <a:noAutofit/>
          </a:bodyPr>
          <a:lstStyle/>
          <a:p>
            <a:pPr algn="r">
              <a:lnSpc>
                <a:spcPct val="100000"/>
              </a:lnSpc>
            </a:pPr>
            <a:fld id="{ECE913C3-0EC6-44F1-87B0-E17555C9F602}" type="slidenum">
              <a:rPr lang="es-ES" sz="1200" b="0" strike="noStrike" spc="-1">
                <a:solidFill>
                  <a:srgbClr val="035C75"/>
                </a:solidFill>
                <a:latin typeface="Constantia"/>
              </a:rPr>
              <a:t>7</a:t>
            </a:fld>
            <a:endParaRPr lang="es-ES" sz="1200" b="0" strike="noStrike" spc="-1">
              <a:latin typeface="Times New Roman"/>
            </a:endParaRPr>
          </a:p>
        </p:txBody>
      </p:sp>
      <p:sp>
        <p:nvSpPr>
          <p:cNvPr id="128" name="Text Box 4"/>
          <p:cNvSpPr/>
          <p:nvPr/>
        </p:nvSpPr>
        <p:spPr>
          <a:xfrm>
            <a:off x="1187640" y="4709880"/>
            <a:ext cx="6912360" cy="1582200"/>
          </a:xfrm>
          <a:prstGeom prst="rect">
            <a:avLst/>
          </a:prstGeom>
          <a:solidFill>
            <a:srgbClr val="FFFFFF"/>
          </a:solidFill>
          <a:ln w="3175">
            <a:solidFill>
              <a:srgbClr val="009DD9"/>
            </a:solidFill>
            <a:prstDash val="dash"/>
            <a:round/>
          </a:ln>
        </p:spPr>
        <p:style>
          <a:lnRef idx="2">
            <a:schemeClr val="accent2"/>
          </a:lnRef>
          <a:fillRef idx="1">
            <a:schemeClr val="lt1"/>
          </a:fillRef>
          <a:effectRef idx="0">
            <a:schemeClr val="accent2"/>
          </a:effectRef>
          <a:fontRef idx="minor"/>
        </p:style>
        <p:txBody>
          <a:bodyPr lIns="90000" tIns="45000" rIns="90000" bIns="45000">
            <a:spAutoFit/>
          </a:bodyPr>
          <a:lstStyle/>
          <a:p>
            <a:pPr marL="343080" indent="-342720">
              <a:lnSpc>
                <a:spcPct val="100000"/>
              </a:lnSpc>
              <a:tabLst>
                <a:tab pos="0" algn="l"/>
              </a:tabLst>
            </a:pPr>
            <a:r>
              <a:rPr lang="en-US" sz="1400" b="1" strike="noStrike" spc="-1">
                <a:solidFill>
                  <a:srgbClr val="000000"/>
                </a:solidFill>
                <a:latin typeface="Courier New"/>
              </a:rPr>
              <a:t>.destacado </a:t>
            </a:r>
            <a:r>
              <a:rPr lang="en-US" sz="1400" b="0" strike="noStrike" spc="-1">
                <a:solidFill>
                  <a:srgbClr val="000000"/>
                </a:solidFill>
                <a:latin typeface="Courier New"/>
              </a:rPr>
              <a:t>{ color: red; }</a:t>
            </a:r>
            <a:endParaRPr lang="es-ES" sz="1400" b="0" strike="noStrike" spc="-1">
              <a:latin typeface="Arial"/>
            </a:endParaRPr>
          </a:p>
          <a:p>
            <a:pPr marL="343080" indent="-342720">
              <a:lnSpc>
                <a:spcPct val="100000"/>
              </a:lnSpc>
              <a:tabLst>
                <a:tab pos="0" algn="l"/>
              </a:tabLst>
            </a:pPr>
            <a:endParaRPr lang="es-ES" sz="1400" b="0" strike="noStrike" spc="-1">
              <a:latin typeface="Arial"/>
            </a:endParaRPr>
          </a:p>
          <a:p>
            <a:pPr marL="343080" indent="-342720">
              <a:lnSpc>
                <a:spcPct val="100000"/>
              </a:lnSpc>
              <a:tabLst>
                <a:tab pos="0" algn="l"/>
              </a:tabLst>
            </a:pPr>
            <a:r>
              <a:rPr lang="en-US" sz="1400" b="0" strike="noStrike" spc="-1">
                <a:solidFill>
                  <a:srgbClr val="000000"/>
                </a:solidFill>
                <a:latin typeface="Courier New"/>
              </a:rPr>
              <a:t>&lt;body&gt;</a:t>
            </a:r>
            <a:endParaRPr lang="es-ES" sz="1400" b="0" strike="noStrike" spc="-1">
              <a:latin typeface="Arial"/>
            </a:endParaRPr>
          </a:p>
          <a:p>
            <a:pPr marL="266760">
              <a:lnSpc>
                <a:spcPct val="100000"/>
              </a:lnSpc>
              <a:tabLst>
                <a:tab pos="0" algn="l"/>
              </a:tabLst>
            </a:pPr>
            <a:r>
              <a:rPr lang="en-US" sz="1400" b="0" strike="noStrike" spc="-1">
                <a:solidFill>
                  <a:srgbClr val="000000"/>
                </a:solidFill>
                <a:latin typeface="Courier New"/>
              </a:rPr>
              <a:t>&lt;p class="</a:t>
            </a:r>
            <a:r>
              <a:rPr lang="en-US" sz="1400" b="1" strike="noStrike" spc="-1">
                <a:solidFill>
                  <a:srgbClr val="000000"/>
                </a:solidFill>
                <a:latin typeface="Courier New"/>
              </a:rPr>
              <a:t>destacado</a:t>
            </a:r>
            <a:r>
              <a:rPr lang="en-US" sz="1400" b="0" strike="noStrike" spc="-1">
                <a:solidFill>
                  <a:srgbClr val="000000"/>
                </a:solidFill>
                <a:latin typeface="Courier New"/>
              </a:rPr>
              <a:t>"&gt;Lorem ipsum dolor sit amet...&lt;/p&gt;</a:t>
            </a:r>
            <a:endParaRPr lang="es-ES" sz="1400" b="0" strike="noStrike" spc="-1">
              <a:latin typeface="Arial"/>
            </a:endParaRPr>
          </a:p>
          <a:p>
            <a:pPr marL="266760">
              <a:lnSpc>
                <a:spcPct val="100000"/>
              </a:lnSpc>
              <a:tabLst>
                <a:tab pos="0" algn="l"/>
              </a:tabLst>
            </a:pPr>
            <a:r>
              <a:rPr lang="en-US" sz="1400" b="0" strike="noStrike" spc="-1">
                <a:solidFill>
                  <a:srgbClr val="000000"/>
                </a:solidFill>
                <a:latin typeface="Courier New"/>
              </a:rPr>
              <a:t>&lt;p&gt;Nunc sed lacus et est adipiscing accumsan...&lt;/p&gt;</a:t>
            </a:r>
            <a:endParaRPr lang="es-ES" sz="1400" b="0" strike="noStrike" spc="-1">
              <a:latin typeface="Arial"/>
            </a:endParaRPr>
          </a:p>
          <a:p>
            <a:pPr marL="266760">
              <a:lnSpc>
                <a:spcPct val="100000"/>
              </a:lnSpc>
              <a:tabLst>
                <a:tab pos="0" algn="l"/>
              </a:tabLst>
            </a:pPr>
            <a:r>
              <a:rPr lang="en-US" sz="1400" b="0" strike="noStrike" spc="-1">
                <a:solidFill>
                  <a:srgbClr val="000000"/>
                </a:solidFill>
                <a:latin typeface="Courier New"/>
              </a:rPr>
              <a:t>&lt;p&gt;Class aptent taciti sociosqu ad litora...&lt;/p&gt;</a:t>
            </a:r>
            <a:endParaRPr lang="es-ES" sz="1400" b="0" strike="noStrike" spc="-1">
              <a:latin typeface="Arial"/>
            </a:endParaRPr>
          </a:p>
          <a:p>
            <a:pPr marL="343080" indent="-342720">
              <a:lnSpc>
                <a:spcPct val="100000"/>
              </a:lnSpc>
              <a:tabLst>
                <a:tab pos="0" algn="l"/>
              </a:tabLst>
            </a:pPr>
            <a:r>
              <a:rPr lang="en-US" sz="1400" b="0" strike="noStrike" spc="-1">
                <a:solidFill>
                  <a:srgbClr val="000000"/>
                </a:solidFill>
                <a:latin typeface="Courier New"/>
              </a:rPr>
              <a:t>&lt;/body&gt;</a:t>
            </a:r>
            <a:endParaRPr lang="es-ES" sz="1400" b="0" strike="noStrike" spc="-1">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 name="Título 1"/>
          <p:cNvSpPr txBox="1"/>
          <p:nvPr/>
        </p:nvSpPr>
        <p:spPr>
          <a:xfrm>
            <a:off x="457200" y="332640"/>
            <a:ext cx="8506800" cy="1142640"/>
          </a:xfrm>
          <a:prstGeom prst="rect">
            <a:avLst/>
          </a:prstGeom>
          <a:noFill/>
          <a:ln w="0">
            <a:noFill/>
          </a:ln>
        </p:spPr>
        <p:txBody>
          <a:bodyPr lIns="0" tIns="45000" rIns="0" bIns="0" anchor="b">
            <a:normAutofit/>
          </a:bodyPr>
          <a:lstStyle/>
          <a:p>
            <a:pPr>
              <a:lnSpc>
                <a:spcPct val="100000"/>
              </a:lnSpc>
            </a:pPr>
            <a:r>
              <a:rPr lang="es-ES" sz="4000" b="0" strike="noStrike" spc="-1">
                <a:solidFill>
                  <a:srgbClr val="04617B"/>
                </a:solidFill>
                <a:latin typeface="Calibri"/>
              </a:rPr>
              <a:t>Selectores básicos</a:t>
            </a:r>
            <a:endParaRPr lang="es-ES" sz="4000" b="0" strike="noStrike" spc="-1">
              <a:solidFill>
                <a:srgbClr val="000000"/>
              </a:solidFill>
              <a:latin typeface="Constantia"/>
            </a:endParaRPr>
          </a:p>
        </p:txBody>
      </p:sp>
      <p:sp>
        <p:nvSpPr>
          <p:cNvPr id="130" name="Marcador de contenido 2"/>
          <p:cNvSpPr txBox="1"/>
          <p:nvPr/>
        </p:nvSpPr>
        <p:spPr>
          <a:xfrm>
            <a:off x="467640" y="1556640"/>
            <a:ext cx="8064360" cy="4968360"/>
          </a:xfrm>
          <a:prstGeom prst="rect">
            <a:avLst/>
          </a:prstGeom>
          <a:noFill/>
          <a:ln w="0">
            <a:noFill/>
          </a:ln>
        </p:spPr>
        <p:txBody>
          <a:bodyPr lIns="90000" tIns="45000" rIns="90000" bIns="45000">
            <a:noAutofit/>
          </a:bodyPr>
          <a:lstStyle/>
          <a:p>
            <a:pPr>
              <a:lnSpc>
                <a:spcPct val="120000"/>
              </a:lnSpc>
              <a:spcAft>
                <a:spcPts val="601"/>
              </a:spcAft>
              <a:tabLst>
                <a:tab pos="0" algn="l"/>
              </a:tabLst>
            </a:pPr>
            <a:r>
              <a:rPr lang="es-ES" sz="2400" b="1" strike="noStrike" spc="-1">
                <a:solidFill>
                  <a:srgbClr val="000000"/>
                </a:solidFill>
                <a:latin typeface="Calibri"/>
              </a:rPr>
              <a:t>Selector de clase</a:t>
            </a:r>
            <a:endParaRPr lang="es-ES" sz="2400" b="0" strike="noStrike" spc="-1">
              <a:solidFill>
                <a:srgbClr val="000000"/>
              </a:solidFill>
              <a:latin typeface="Constantia"/>
            </a:endParaRPr>
          </a:p>
          <a:p>
            <a:pPr marL="630720" lvl="1" indent="-264600" algn="just">
              <a:lnSpc>
                <a:spcPct val="120000"/>
              </a:lnSpc>
              <a:spcAft>
                <a:spcPts val="601"/>
              </a:spcAft>
              <a:buClr>
                <a:srgbClr val="0B5394"/>
              </a:buClr>
              <a:buSzPct val="85000"/>
              <a:buFont typeface="Wingdings 2" charset="2"/>
              <a:buChar char=""/>
              <a:tabLst>
                <a:tab pos="0" algn="l"/>
              </a:tabLst>
            </a:pPr>
            <a:r>
              <a:rPr lang="es-ES" sz="1700" b="0" strike="noStrike" spc="-1">
                <a:solidFill>
                  <a:srgbClr val="000000"/>
                </a:solidFill>
                <a:latin typeface="Calibri"/>
              </a:rPr>
              <a:t>Los selectores de clase son </a:t>
            </a:r>
            <a:r>
              <a:rPr lang="es-ES" sz="1700" b="1" strike="noStrike" spc="-1">
                <a:solidFill>
                  <a:srgbClr val="000000"/>
                </a:solidFill>
                <a:latin typeface="Calibri"/>
              </a:rPr>
              <a:t>imprescindibles</a:t>
            </a:r>
            <a:r>
              <a:rPr lang="es-ES" sz="1700" b="0" strike="noStrike" spc="-1">
                <a:solidFill>
                  <a:srgbClr val="000000"/>
                </a:solidFill>
                <a:latin typeface="Calibri"/>
              </a:rPr>
              <a:t> para diseñar páginas web complejas, ya que permiten disponer de una </a:t>
            </a:r>
            <a:r>
              <a:rPr lang="es-ES" sz="1700" b="1" strike="noStrike" spc="-1">
                <a:solidFill>
                  <a:srgbClr val="000000"/>
                </a:solidFill>
                <a:latin typeface="Calibri"/>
              </a:rPr>
              <a:t>precisión total </a:t>
            </a:r>
            <a:r>
              <a:rPr lang="es-ES" sz="1700" b="0" strike="noStrike" spc="-1">
                <a:solidFill>
                  <a:srgbClr val="000000"/>
                </a:solidFill>
                <a:latin typeface="Calibri"/>
              </a:rPr>
              <a:t>al seleccionar los elementos. </a:t>
            </a:r>
            <a:endParaRPr lang="es-ES" sz="1700" b="0" strike="noStrike" spc="-1">
              <a:solidFill>
                <a:srgbClr val="000000"/>
              </a:solidFill>
              <a:latin typeface="Constantia"/>
            </a:endParaRPr>
          </a:p>
          <a:p>
            <a:pPr marL="630720" lvl="1" indent="-264600" algn="just">
              <a:lnSpc>
                <a:spcPct val="120000"/>
              </a:lnSpc>
              <a:spcAft>
                <a:spcPts val="601"/>
              </a:spcAft>
              <a:buClr>
                <a:srgbClr val="0B5394"/>
              </a:buClr>
              <a:buSzPct val="85000"/>
              <a:buFont typeface="Wingdings 2" charset="2"/>
              <a:buChar char=""/>
              <a:tabLst>
                <a:tab pos="0" algn="l"/>
              </a:tabLst>
            </a:pPr>
            <a:r>
              <a:rPr lang="es-ES" sz="1700" b="0" strike="noStrike" spc="-1">
                <a:solidFill>
                  <a:srgbClr val="000000"/>
                </a:solidFill>
                <a:latin typeface="Calibri"/>
              </a:rPr>
              <a:t>Además, estos selectores permiten </a:t>
            </a:r>
            <a:r>
              <a:rPr lang="es-ES" sz="1700" b="1" strike="noStrike" spc="-1">
                <a:solidFill>
                  <a:srgbClr val="000000"/>
                </a:solidFill>
                <a:latin typeface="Calibri"/>
              </a:rPr>
              <a:t>reutilizar</a:t>
            </a:r>
            <a:r>
              <a:rPr lang="es-ES" sz="1700" b="0" strike="noStrike" spc="-1">
                <a:solidFill>
                  <a:srgbClr val="000000"/>
                </a:solidFill>
                <a:latin typeface="Calibri"/>
              </a:rPr>
              <a:t> los mismos estilos para varios elementos diferentes.</a:t>
            </a:r>
            <a:endParaRPr lang="es-ES" sz="1700" b="0" strike="noStrike" spc="-1">
              <a:solidFill>
                <a:srgbClr val="000000"/>
              </a:solidFill>
              <a:latin typeface="Constantia"/>
            </a:endParaRPr>
          </a:p>
          <a:p>
            <a:endParaRPr lang="es-ES" sz="1700" b="0" strike="noStrike" spc="-1">
              <a:solidFill>
                <a:srgbClr val="000000"/>
              </a:solidFill>
              <a:latin typeface="Constantia"/>
            </a:endParaRPr>
          </a:p>
          <a:p>
            <a:endParaRPr lang="es-ES" sz="1700" b="0" strike="noStrike" spc="-1">
              <a:solidFill>
                <a:srgbClr val="000000"/>
              </a:solidFill>
              <a:latin typeface="Constantia"/>
            </a:endParaRPr>
          </a:p>
          <a:p>
            <a:endParaRPr lang="es-ES" sz="1700" b="0" strike="noStrike" spc="-1">
              <a:solidFill>
                <a:srgbClr val="000000"/>
              </a:solidFill>
              <a:latin typeface="Constantia"/>
            </a:endParaRPr>
          </a:p>
          <a:p>
            <a:pPr marL="640080" algn="just">
              <a:lnSpc>
                <a:spcPct val="120000"/>
              </a:lnSpc>
              <a:spcAft>
                <a:spcPts val="601"/>
              </a:spcAft>
              <a:tabLst>
                <a:tab pos="0" algn="l"/>
              </a:tabLst>
            </a:pPr>
            <a:endParaRPr lang="es-ES" sz="1700" b="0" strike="noStrike" spc="-1">
              <a:solidFill>
                <a:srgbClr val="000000"/>
              </a:solidFill>
              <a:latin typeface="Constantia"/>
            </a:endParaRPr>
          </a:p>
          <a:p>
            <a:pPr marL="640080" algn="just">
              <a:lnSpc>
                <a:spcPct val="120000"/>
              </a:lnSpc>
              <a:spcAft>
                <a:spcPts val="601"/>
              </a:spcAft>
              <a:tabLst>
                <a:tab pos="0" algn="l"/>
              </a:tabLst>
            </a:pPr>
            <a:endParaRPr lang="es-ES" sz="1700" b="0" strike="noStrike" spc="-1">
              <a:solidFill>
                <a:srgbClr val="000000"/>
              </a:solidFill>
              <a:latin typeface="Constantia"/>
            </a:endParaRPr>
          </a:p>
          <a:p>
            <a:pPr marL="640080" algn="just">
              <a:lnSpc>
                <a:spcPct val="120000"/>
              </a:lnSpc>
              <a:spcAft>
                <a:spcPts val="601"/>
              </a:spcAft>
              <a:tabLst>
                <a:tab pos="0" algn="l"/>
              </a:tabLst>
            </a:pPr>
            <a:r>
              <a:rPr lang="es-ES" sz="1700" b="0" strike="noStrike" spc="-1">
                <a:solidFill>
                  <a:srgbClr val="000000"/>
                </a:solidFill>
                <a:latin typeface="Calibri"/>
              </a:rPr>
              <a:t>En este ejemplo tanto el párrafo con el atributo class igual a destacado como el enlace con el atributo class igual a destacado se pondrán en rojo.</a:t>
            </a:r>
            <a:endParaRPr lang="es-ES" sz="1700" b="0" strike="noStrike" spc="-1">
              <a:solidFill>
                <a:srgbClr val="000000"/>
              </a:solidFill>
              <a:latin typeface="Constantia"/>
            </a:endParaRPr>
          </a:p>
        </p:txBody>
      </p:sp>
      <p:sp>
        <p:nvSpPr>
          <p:cNvPr id="131" name="Marcador de número de diapositiva 4"/>
          <p:cNvSpPr txBox="1"/>
          <p:nvPr/>
        </p:nvSpPr>
        <p:spPr>
          <a:xfrm>
            <a:off x="7924680" y="6356520"/>
            <a:ext cx="761760" cy="364680"/>
          </a:xfrm>
          <a:prstGeom prst="rect">
            <a:avLst/>
          </a:prstGeom>
          <a:noFill/>
          <a:ln w="0">
            <a:noFill/>
          </a:ln>
        </p:spPr>
        <p:txBody>
          <a:bodyPr lIns="0" tIns="0" rIns="0" bIns="0" anchor="b">
            <a:noAutofit/>
          </a:bodyPr>
          <a:lstStyle/>
          <a:p>
            <a:pPr algn="r">
              <a:lnSpc>
                <a:spcPct val="100000"/>
              </a:lnSpc>
            </a:pPr>
            <a:fld id="{1F0541F2-47C1-409B-B50A-FB23054975B6}" type="slidenum">
              <a:rPr lang="es-ES" sz="1200" b="0" strike="noStrike" spc="-1">
                <a:solidFill>
                  <a:srgbClr val="035C75"/>
                </a:solidFill>
                <a:latin typeface="Constantia"/>
              </a:rPr>
              <a:t>8</a:t>
            </a:fld>
            <a:endParaRPr lang="es-ES" sz="1200" b="0" strike="noStrike" spc="-1">
              <a:latin typeface="Times New Roman"/>
            </a:endParaRPr>
          </a:p>
        </p:txBody>
      </p:sp>
      <p:sp>
        <p:nvSpPr>
          <p:cNvPr id="132" name="Text Box 4"/>
          <p:cNvSpPr/>
          <p:nvPr/>
        </p:nvSpPr>
        <p:spPr>
          <a:xfrm>
            <a:off x="1187640" y="3573000"/>
            <a:ext cx="7056360" cy="1582200"/>
          </a:xfrm>
          <a:prstGeom prst="rect">
            <a:avLst/>
          </a:prstGeom>
          <a:solidFill>
            <a:srgbClr val="FFFFFF"/>
          </a:solidFill>
          <a:ln w="3175">
            <a:solidFill>
              <a:srgbClr val="009DD9"/>
            </a:solidFill>
            <a:prstDash val="dash"/>
            <a:round/>
          </a:ln>
        </p:spPr>
        <p:style>
          <a:lnRef idx="2">
            <a:schemeClr val="accent2"/>
          </a:lnRef>
          <a:fillRef idx="1">
            <a:schemeClr val="lt1"/>
          </a:fillRef>
          <a:effectRef idx="0">
            <a:schemeClr val="accent2"/>
          </a:effectRef>
          <a:fontRef idx="minor"/>
        </p:style>
        <p:txBody>
          <a:bodyPr lIns="90000" tIns="45000" rIns="90000" bIns="45000">
            <a:spAutoFit/>
          </a:bodyPr>
          <a:lstStyle/>
          <a:p>
            <a:pPr marL="343080" indent="-342720">
              <a:lnSpc>
                <a:spcPct val="100000"/>
              </a:lnSpc>
              <a:tabLst>
                <a:tab pos="0" algn="l"/>
              </a:tabLst>
            </a:pPr>
            <a:r>
              <a:rPr lang="en-US" sz="1400" b="1" strike="noStrike" spc="-1">
                <a:solidFill>
                  <a:srgbClr val="000000"/>
                </a:solidFill>
                <a:latin typeface="Courier New"/>
              </a:rPr>
              <a:t>.destacado </a:t>
            </a:r>
            <a:r>
              <a:rPr lang="en-US" sz="1400" b="0" strike="noStrike" spc="-1">
                <a:solidFill>
                  <a:srgbClr val="000000"/>
                </a:solidFill>
                <a:latin typeface="Courier New"/>
              </a:rPr>
              <a:t>{ color: red; }</a:t>
            </a:r>
            <a:endParaRPr lang="es-ES" sz="1400" b="0" strike="noStrike" spc="-1">
              <a:latin typeface="Arial"/>
            </a:endParaRPr>
          </a:p>
          <a:p>
            <a:pPr marL="343080" indent="-342720">
              <a:lnSpc>
                <a:spcPct val="100000"/>
              </a:lnSpc>
              <a:tabLst>
                <a:tab pos="0" algn="l"/>
              </a:tabLst>
            </a:pPr>
            <a:endParaRPr lang="es-ES" sz="1400" b="0" strike="noStrike" spc="-1">
              <a:latin typeface="Arial"/>
            </a:endParaRPr>
          </a:p>
          <a:p>
            <a:pPr marL="343080" indent="-342720">
              <a:lnSpc>
                <a:spcPct val="100000"/>
              </a:lnSpc>
              <a:tabLst>
                <a:tab pos="0" algn="l"/>
              </a:tabLst>
            </a:pPr>
            <a:r>
              <a:rPr lang="en-US" sz="1400" b="0" strike="noStrike" spc="-1">
                <a:solidFill>
                  <a:srgbClr val="000000"/>
                </a:solidFill>
                <a:latin typeface="Courier New"/>
              </a:rPr>
              <a:t>&lt;body&gt;</a:t>
            </a:r>
            <a:endParaRPr lang="es-ES" sz="1400" b="0" strike="noStrike" spc="-1">
              <a:latin typeface="Arial"/>
            </a:endParaRPr>
          </a:p>
          <a:p>
            <a:pPr marL="266760">
              <a:lnSpc>
                <a:spcPct val="100000"/>
              </a:lnSpc>
              <a:tabLst>
                <a:tab pos="0" algn="l"/>
              </a:tabLst>
            </a:pPr>
            <a:r>
              <a:rPr lang="en-US" sz="1400" b="0" strike="noStrike" spc="-1">
                <a:solidFill>
                  <a:srgbClr val="000000"/>
                </a:solidFill>
                <a:latin typeface="Courier New"/>
              </a:rPr>
              <a:t>&lt;p class="</a:t>
            </a:r>
            <a:r>
              <a:rPr lang="en-US" sz="1400" b="1" strike="noStrike" spc="-1">
                <a:solidFill>
                  <a:srgbClr val="000000"/>
                </a:solidFill>
                <a:latin typeface="Courier New"/>
              </a:rPr>
              <a:t>destacado</a:t>
            </a:r>
            <a:r>
              <a:rPr lang="en-US" sz="1400" b="0" strike="noStrike" spc="-1">
                <a:solidFill>
                  <a:srgbClr val="000000"/>
                </a:solidFill>
                <a:latin typeface="Courier New"/>
              </a:rPr>
              <a:t>"&gt;Lorem ipsum dolor sit amet...&lt;/p&gt;</a:t>
            </a:r>
            <a:endParaRPr lang="es-ES" sz="1400" b="0" strike="noStrike" spc="-1">
              <a:latin typeface="Arial"/>
            </a:endParaRPr>
          </a:p>
          <a:p>
            <a:pPr marL="266760">
              <a:lnSpc>
                <a:spcPct val="100000"/>
              </a:lnSpc>
              <a:tabLst>
                <a:tab pos="0" algn="l"/>
              </a:tabLst>
            </a:pPr>
            <a:r>
              <a:rPr lang="en-US" sz="1400" b="0" strike="noStrike" spc="-1">
                <a:solidFill>
                  <a:srgbClr val="000000"/>
                </a:solidFill>
                <a:latin typeface="Courier New"/>
              </a:rPr>
              <a:t>&lt;p&gt;Nunc sed lacus et est adipiscing accumsan...&lt;/p&gt;</a:t>
            </a:r>
            <a:endParaRPr lang="es-ES" sz="1400" b="0" strike="noStrike" spc="-1">
              <a:latin typeface="Arial"/>
            </a:endParaRPr>
          </a:p>
          <a:p>
            <a:pPr marL="266760">
              <a:lnSpc>
                <a:spcPct val="100000"/>
              </a:lnSpc>
              <a:tabLst>
                <a:tab pos="0" algn="l"/>
              </a:tabLst>
            </a:pPr>
            <a:r>
              <a:rPr lang="en-US" sz="1400" b="0" strike="noStrike" spc="-1">
                <a:solidFill>
                  <a:srgbClr val="000000"/>
                </a:solidFill>
                <a:latin typeface="Courier New"/>
              </a:rPr>
              <a:t>&lt;a href=“#” class=“</a:t>
            </a:r>
            <a:r>
              <a:rPr lang="en-US" sz="1400" b="1" strike="noStrike" spc="-1">
                <a:solidFill>
                  <a:srgbClr val="000000"/>
                </a:solidFill>
                <a:latin typeface="Courier New"/>
              </a:rPr>
              <a:t>destacado</a:t>
            </a:r>
            <a:r>
              <a:rPr lang="en-US" sz="1400" b="0" strike="noStrike" spc="-1">
                <a:solidFill>
                  <a:srgbClr val="000000"/>
                </a:solidFill>
                <a:latin typeface="Courier New"/>
              </a:rPr>
              <a:t>”&gt;Ir a la página principal&lt;/p&gt;</a:t>
            </a:r>
            <a:endParaRPr lang="es-ES" sz="1400" b="0" strike="noStrike" spc="-1">
              <a:latin typeface="Arial"/>
            </a:endParaRPr>
          </a:p>
          <a:p>
            <a:pPr marL="343080" indent="-342720">
              <a:lnSpc>
                <a:spcPct val="100000"/>
              </a:lnSpc>
              <a:tabLst>
                <a:tab pos="0" algn="l"/>
              </a:tabLst>
            </a:pPr>
            <a:r>
              <a:rPr lang="en-US" sz="1400" b="0" strike="noStrike" spc="-1">
                <a:solidFill>
                  <a:srgbClr val="000000"/>
                </a:solidFill>
                <a:latin typeface="Courier New"/>
              </a:rPr>
              <a:t>&lt;/body&gt;</a:t>
            </a:r>
            <a:endParaRPr lang="es-ES" sz="1400" b="0" strike="noStrike" spc="-1">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 name="Título 1"/>
          <p:cNvSpPr txBox="1"/>
          <p:nvPr/>
        </p:nvSpPr>
        <p:spPr>
          <a:xfrm>
            <a:off x="457200" y="332640"/>
            <a:ext cx="8506800" cy="1142640"/>
          </a:xfrm>
          <a:prstGeom prst="rect">
            <a:avLst/>
          </a:prstGeom>
          <a:noFill/>
          <a:ln w="0">
            <a:noFill/>
          </a:ln>
        </p:spPr>
        <p:txBody>
          <a:bodyPr lIns="0" tIns="45000" rIns="0" bIns="0" anchor="b">
            <a:normAutofit/>
          </a:bodyPr>
          <a:lstStyle/>
          <a:p>
            <a:pPr>
              <a:lnSpc>
                <a:spcPct val="100000"/>
              </a:lnSpc>
            </a:pPr>
            <a:r>
              <a:rPr lang="es-ES" sz="4000" b="0" strike="noStrike" spc="-1">
                <a:solidFill>
                  <a:srgbClr val="04617B"/>
                </a:solidFill>
                <a:latin typeface="Calibri"/>
              </a:rPr>
              <a:t>Selectores básicos</a:t>
            </a:r>
            <a:endParaRPr lang="es-ES" sz="4000" b="0" strike="noStrike" spc="-1">
              <a:solidFill>
                <a:srgbClr val="000000"/>
              </a:solidFill>
              <a:latin typeface="Constantia"/>
            </a:endParaRPr>
          </a:p>
        </p:txBody>
      </p:sp>
      <p:sp>
        <p:nvSpPr>
          <p:cNvPr id="134" name="Marcador de contenido 2"/>
          <p:cNvSpPr txBox="1"/>
          <p:nvPr/>
        </p:nvSpPr>
        <p:spPr>
          <a:xfrm>
            <a:off x="467640" y="1556640"/>
            <a:ext cx="8064360" cy="4968360"/>
          </a:xfrm>
          <a:prstGeom prst="rect">
            <a:avLst/>
          </a:prstGeom>
          <a:noFill/>
          <a:ln w="0">
            <a:noFill/>
          </a:ln>
        </p:spPr>
        <p:txBody>
          <a:bodyPr lIns="90000" tIns="45000" rIns="90000" bIns="45000">
            <a:noAutofit/>
          </a:bodyPr>
          <a:lstStyle/>
          <a:p>
            <a:pPr>
              <a:lnSpc>
                <a:spcPct val="120000"/>
              </a:lnSpc>
              <a:spcAft>
                <a:spcPts val="601"/>
              </a:spcAft>
              <a:tabLst>
                <a:tab pos="0" algn="l"/>
              </a:tabLst>
            </a:pPr>
            <a:r>
              <a:rPr lang="es-ES" sz="2400" b="1" strike="noStrike" spc="-1">
                <a:solidFill>
                  <a:srgbClr val="000000"/>
                </a:solidFill>
                <a:latin typeface="Calibri"/>
              </a:rPr>
              <a:t>Selector de clase</a:t>
            </a:r>
            <a:endParaRPr lang="es-ES" sz="2400" b="0" strike="noStrike" spc="-1">
              <a:solidFill>
                <a:srgbClr val="000000"/>
              </a:solidFill>
              <a:latin typeface="Constantia"/>
            </a:endParaRPr>
          </a:p>
          <a:p>
            <a:pPr marL="630720" lvl="1" indent="-264600">
              <a:lnSpc>
                <a:spcPct val="120000"/>
              </a:lnSpc>
              <a:spcAft>
                <a:spcPts val="601"/>
              </a:spcAft>
              <a:buClr>
                <a:srgbClr val="0B5394"/>
              </a:buClr>
              <a:buSzPct val="85000"/>
              <a:buFont typeface="Wingdings 2" charset="2"/>
              <a:buChar char=""/>
              <a:tabLst>
                <a:tab pos="0" algn="l"/>
              </a:tabLst>
            </a:pPr>
            <a:r>
              <a:rPr lang="es-ES" sz="1700" b="0" strike="noStrike" spc="-1">
                <a:solidFill>
                  <a:srgbClr val="000000"/>
                </a:solidFill>
                <a:latin typeface="Calibri"/>
              </a:rPr>
              <a:t>En ocasiones, es necesario </a:t>
            </a:r>
            <a:r>
              <a:rPr lang="es-ES" sz="1700" b="1" strike="noStrike" spc="-1">
                <a:solidFill>
                  <a:srgbClr val="000000"/>
                </a:solidFill>
                <a:latin typeface="Calibri"/>
              </a:rPr>
              <a:t>restringir</a:t>
            </a:r>
            <a:r>
              <a:rPr lang="es-ES" sz="1700" b="0" strike="noStrike" spc="-1">
                <a:solidFill>
                  <a:srgbClr val="000000"/>
                </a:solidFill>
                <a:latin typeface="Calibri"/>
              </a:rPr>
              <a:t> el alcance del selector de clase. </a:t>
            </a:r>
            <a:endParaRPr lang="es-ES" sz="1700" b="0" strike="noStrike" spc="-1">
              <a:solidFill>
                <a:srgbClr val="000000"/>
              </a:solidFill>
              <a:latin typeface="Constantia"/>
            </a:endParaRPr>
          </a:p>
          <a:p>
            <a:pPr marL="630720" lvl="1" indent="-264600">
              <a:lnSpc>
                <a:spcPct val="120000"/>
              </a:lnSpc>
              <a:spcAft>
                <a:spcPts val="601"/>
              </a:spcAft>
              <a:buClr>
                <a:srgbClr val="0B5394"/>
              </a:buClr>
              <a:buSzPct val="85000"/>
              <a:buFont typeface="Wingdings 2" charset="2"/>
              <a:buChar char=""/>
              <a:tabLst>
                <a:tab pos="0" algn="l"/>
              </a:tabLst>
            </a:pPr>
            <a:r>
              <a:rPr lang="es-ES" sz="1700" b="0" strike="noStrike" spc="-1">
                <a:solidFill>
                  <a:srgbClr val="000000"/>
                </a:solidFill>
                <a:latin typeface="Calibri"/>
              </a:rPr>
              <a:t>Combinando el selector de etiqueta y el selector de clase, se obtiene un selector mucho más específico.</a:t>
            </a:r>
            <a:endParaRPr lang="es-ES" sz="1700" b="0" strike="noStrike" spc="-1">
              <a:solidFill>
                <a:srgbClr val="000000"/>
              </a:solidFill>
              <a:latin typeface="Constantia"/>
            </a:endParaRPr>
          </a:p>
          <a:p>
            <a:endParaRPr lang="es-ES" sz="1700" b="0" strike="noStrike" spc="-1">
              <a:solidFill>
                <a:srgbClr val="000000"/>
              </a:solidFill>
              <a:latin typeface="Constantia"/>
            </a:endParaRPr>
          </a:p>
          <a:p>
            <a:endParaRPr lang="es-ES" sz="1700" b="0" strike="noStrike" spc="-1">
              <a:solidFill>
                <a:srgbClr val="000000"/>
              </a:solidFill>
              <a:latin typeface="Constantia"/>
            </a:endParaRPr>
          </a:p>
          <a:p>
            <a:endParaRPr lang="es-ES" sz="1700" b="0" strike="noStrike" spc="-1">
              <a:solidFill>
                <a:srgbClr val="000000"/>
              </a:solidFill>
              <a:latin typeface="Constantia"/>
            </a:endParaRPr>
          </a:p>
          <a:p>
            <a:endParaRPr lang="es-ES" sz="1700" b="0" strike="noStrike" spc="-1">
              <a:solidFill>
                <a:srgbClr val="000000"/>
              </a:solidFill>
              <a:latin typeface="Constantia"/>
            </a:endParaRPr>
          </a:p>
          <a:p>
            <a:endParaRPr lang="es-ES" sz="1700" b="0" strike="noStrike" spc="-1">
              <a:solidFill>
                <a:srgbClr val="000000"/>
              </a:solidFill>
              <a:latin typeface="Constantia"/>
            </a:endParaRPr>
          </a:p>
          <a:p>
            <a:endParaRPr lang="es-ES" sz="1700" b="0" strike="noStrike" spc="-1">
              <a:solidFill>
                <a:srgbClr val="000000"/>
              </a:solidFill>
              <a:latin typeface="Constantia"/>
            </a:endParaRPr>
          </a:p>
          <a:p>
            <a:endParaRPr lang="es-ES" sz="1700" b="0" strike="noStrike" spc="-1">
              <a:solidFill>
                <a:srgbClr val="000000"/>
              </a:solidFill>
              <a:latin typeface="Constantia"/>
            </a:endParaRPr>
          </a:p>
          <a:p>
            <a:pPr marL="640080">
              <a:lnSpc>
                <a:spcPct val="120000"/>
              </a:lnSpc>
              <a:spcAft>
                <a:spcPts val="601"/>
              </a:spcAft>
              <a:tabLst>
                <a:tab pos="0" algn="l"/>
              </a:tabLst>
            </a:pPr>
            <a:r>
              <a:rPr lang="es-ES" sz="1700" b="0" strike="noStrike" spc="-1">
                <a:solidFill>
                  <a:srgbClr val="000000"/>
                </a:solidFill>
                <a:latin typeface="Calibri"/>
              </a:rPr>
              <a:t>Se ponen en color rojo los párrafos que tengan la clase destacado y en color azul los enlaces que tengan la clase destacado.</a:t>
            </a:r>
            <a:endParaRPr lang="es-ES" sz="1700" b="0" strike="noStrike" spc="-1">
              <a:solidFill>
                <a:srgbClr val="000000"/>
              </a:solidFill>
              <a:latin typeface="Constantia"/>
            </a:endParaRPr>
          </a:p>
        </p:txBody>
      </p:sp>
      <p:sp>
        <p:nvSpPr>
          <p:cNvPr id="135" name="Marcador de número de diapositiva 4"/>
          <p:cNvSpPr txBox="1"/>
          <p:nvPr/>
        </p:nvSpPr>
        <p:spPr>
          <a:xfrm>
            <a:off x="7924680" y="6356520"/>
            <a:ext cx="761760" cy="364680"/>
          </a:xfrm>
          <a:prstGeom prst="rect">
            <a:avLst/>
          </a:prstGeom>
          <a:noFill/>
          <a:ln w="0">
            <a:noFill/>
          </a:ln>
        </p:spPr>
        <p:txBody>
          <a:bodyPr lIns="0" tIns="0" rIns="0" bIns="0" anchor="b">
            <a:noAutofit/>
          </a:bodyPr>
          <a:lstStyle/>
          <a:p>
            <a:pPr algn="r">
              <a:lnSpc>
                <a:spcPct val="100000"/>
              </a:lnSpc>
            </a:pPr>
            <a:fld id="{F375ED93-CFA5-4AAB-9264-841CCE84486B}" type="slidenum">
              <a:rPr lang="es-ES" sz="1200" b="0" strike="noStrike" spc="-1">
                <a:solidFill>
                  <a:srgbClr val="035C75"/>
                </a:solidFill>
                <a:latin typeface="Constantia"/>
              </a:rPr>
              <a:t>9</a:t>
            </a:fld>
            <a:endParaRPr lang="es-ES" sz="1200" b="0" strike="noStrike" spc="-1">
              <a:latin typeface="Times New Roman"/>
            </a:endParaRPr>
          </a:p>
        </p:txBody>
      </p:sp>
      <p:sp>
        <p:nvSpPr>
          <p:cNvPr id="136" name="Text Box 4"/>
          <p:cNvSpPr/>
          <p:nvPr/>
        </p:nvSpPr>
        <p:spPr>
          <a:xfrm>
            <a:off x="1213920" y="3213000"/>
            <a:ext cx="7318080" cy="2280600"/>
          </a:xfrm>
          <a:prstGeom prst="rect">
            <a:avLst/>
          </a:prstGeom>
          <a:solidFill>
            <a:srgbClr val="FFFFFF"/>
          </a:solidFill>
          <a:ln w="3175">
            <a:solidFill>
              <a:srgbClr val="009DD9"/>
            </a:solidFill>
            <a:prstDash val="dash"/>
            <a:round/>
          </a:ln>
        </p:spPr>
        <p:style>
          <a:lnRef idx="2">
            <a:schemeClr val="accent2"/>
          </a:lnRef>
          <a:fillRef idx="1">
            <a:schemeClr val="lt1"/>
          </a:fillRef>
          <a:effectRef idx="0">
            <a:schemeClr val="accent2"/>
          </a:effectRef>
          <a:fontRef idx="minor"/>
        </p:style>
        <p:txBody>
          <a:bodyPr lIns="90000" tIns="45000" rIns="90000" bIns="45000">
            <a:spAutoFit/>
          </a:bodyPr>
          <a:lstStyle/>
          <a:p>
            <a:pPr>
              <a:lnSpc>
                <a:spcPct val="100000"/>
              </a:lnSpc>
              <a:tabLst>
                <a:tab pos="0" algn="l"/>
              </a:tabLst>
            </a:pPr>
            <a:r>
              <a:rPr lang="en-US" sz="1200" b="0" strike="noStrike" spc="-1">
                <a:solidFill>
                  <a:srgbClr val="000000"/>
                </a:solidFill>
                <a:latin typeface="Courier New"/>
              </a:rPr>
              <a:t>/* afecta a los elementos &lt;p&gt;, cuyo valor del atributo class sea destacado*/</a:t>
            </a:r>
            <a:endParaRPr lang="es-ES" sz="1200" b="0" strike="noStrike" spc="-1">
              <a:latin typeface="Arial"/>
            </a:endParaRPr>
          </a:p>
          <a:p>
            <a:pPr marL="2419200" indent="-2418840">
              <a:lnSpc>
                <a:spcPct val="100000"/>
              </a:lnSpc>
              <a:tabLst>
                <a:tab pos="0" algn="l"/>
              </a:tabLst>
            </a:pPr>
            <a:r>
              <a:rPr lang="en-US" sz="1200" b="1" strike="noStrike" spc="-1">
                <a:solidFill>
                  <a:srgbClr val="000000"/>
                </a:solidFill>
                <a:latin typeface="Courier New"/>
              </a:rPr>
              <a:t>p.destacado</a:t>
            </a:r>
            <a:r>
              <a:rPr lang="en-US" sz="1200" b="0" strike="noStrike" spc="-1">
                <a:solidFill>
                  <a:srgbClr val="000000"/>
                </a:solidFill>
                <a:latin typeface="Courier New"/>
              </a:rPr>
              <a:t> { color: red } </a:t>
            </a:r>
            <a:endParaRPr lang="es-ES" sz="1200" b="0" strike="noStrike" spc="-1">
              <a:latin typeface="Arial"/>
            </a:endParaRPr>
          </a:p>
          <a:p>
            <a:pPr marL="2419200" indent="-2418840">
              <a:lnSpc>
                <a:spcPct val="100000"/>
              </a:lnSpc>
              <a:tabLst>
                <a:tab pos="0" algn="l"/>
              </a:tabLst>
            </a:pPr>
            <a:endParaRPr lang="es-ES" sz="1200" b="0" strike="noStrike" spc="-1">
              <a:latin typeface="Arial"/>
            </a:endParaRPr>
          </a:p>
          <a:p>
            <a:pPr>
              <a:lnSpc>
                <a:spcPct val="100000"/>
              </a:lnSpc>
              <a:tabLst>
                <a:tab pos="0" algn="l"/>
              </a:tabLst>
            </a:pPr>
            <a:r>
              <a:rPr lang="en-US" sz="1200" b="0" strike="noStrike" spc="-1">
                <a:solidFill>
                  <a:srgbClr val="000000"/>
                </a:solidFill>
                <a:latin typeface="Courier New"/>
              </a:rPr>
              <a:t>/* afecta a los elementos &lt;a&gt;, cuyo valor del atributo class sea destacado */</a:t>
            </a:r>
            <a:endParaRPr lang="es-ES" sz="1200" b="0" strike="noStrike" spc="-1">
              <a:latin typeface="Arial"/>
            </a:endParaRPr>
          </a:p>
          <a:p>
            <a:pPr marL="2419200" indent="-2418840">
              <a:lnSpc>
                <a:spcPct val="100000"/>
              </a:lnSpc>
              <a:tabLst>
                <a:tab pos="0" algn="l"/>
              </a:tabLst>
            </a:pPr>
            <a:r>
              <a:rPr lang="en-US" sz="1200" b="1" strike="noStrike" spc="-1">
                <a:solidFill>
                  <a:srgbClr val="000000"/>
                </a:solidFill>
                <a:latin typeface="Courier New"/>
              </a:rPr>
              <a:t>a.destacado</a:t>
            </a:r>
            <a:r>
              <a:rPr lang="en-US" sz="1200" b="0" strike="noStrike" spc="-1">
                <a:solidFill>
                  <a:srgbClr val="000000"/>
                </a:solidFill>
                <a:latin typeface="Courier New"/>
              </a:rPr>
              <a:t> { color: blue </a:t>
            </a:r>
            <a:endParaRPr lang="es-ES" sz="1200" b="0" strike="noStrike" spc="-1">
              <a:latin typeface="Arial"/>
            </a:endParaRPr>
          </a:p>
          <a:p>
            <a:pPr marL="2419200" indent="-2418840">
              <a:lnSpc>
                <a:spcPct val="100000"/>
              </a:lnSpc>
              <a:tabLst>
                <a:tab pos="0" algn="l"/>
              </a:tabLst>
            </a:pPr>
            <a:endParaRPr lang="es-ES" sz="1200" b="0" strike="noStrike" spc="-1">
              <a:latin typeface="Arial"/>
            </a:endParaRPr>
          </a:p>
          <a:p>
            <a:pPr marL="2419200" indent="-2418840">
              <a:lnSpc>
                <a:spcPct val="100000"/>
              </a:lnSpc>
              <a:tabLst>
                <a:tab pos="0" algn="l"/>
              </a:tabLst>
            </a:pPr>
            <a:r>
              <a:rPr lang="en-US" sz="1200" b="0" strike="noStrike" spc="-1">
                <a:solidFill>
                  <a:srgbClr val="000000"/>
                </a:solidFill>
                <a:latin typeface="Courier New"/>
              </a:rPr>
              <a:t>&lt;body&gt;</a:t>
            </a:r>
            <a:endParaRPr lang="es-ES" sz="1200" b="0" strike="noStrike" spc="-1">
              <a:latin typeface="Arial"/>
            </a:endParaRPr>
          </a:p>
          <a:p>
            <a:pPr marL="343080" indent="-75960">
              <a:lnSpc>
                <a:spcPct val="100000"/>
              </a:lnSpc>
              <a:tabLst>
                <a:tab pos="0" algn="l"/>
              </a:tabLst>
            </a:pPr>
            <a:r>
              <a:rPr lang="en-US" sz="1200" b="0" strike="noStrike" spc="-1">
                <a:solidFill>
                  <a:srgbClr val="000000"/>
                </a:solidFill>
                <a:latin typeface="Courier New"/>
              </a:rPr>
              <a:t>&lt;p class="</a:t>
            </a:r>
            <a:r>
              <a:rPr lang="en-US" sz="1200" b="1" strike="noStrike" spc="-1">
                <a:solidFill>
                  <a:srgbClr val="000000"/>
                </a:solidFill>
                <a:latin typeface="Courier New"/>
              </a:rPr>
              <a:t>destacado</a:t>
            </a:r>
            <a:r>
              <a:rPr lang="en-US" sz="1200" b="0" strike="noStrike" spc="-1">
                <a:solidFill>
                  <a:srgbClr val="000000"/>
                </a:solidFill>
                <a:latin typeface="Courier New"/>
              </a:rPr>
              <a:t>"&gt;Lorem ipsum dolor sit amet...&lt;/p&gt;</a:t>
            </a:r>
            <a:endParaRPr lang="es-ES" sz="1200" b="0" strike="noStrike" spc="-1">
              <a:latin typeface="Arial"/>
            </a:endParaRPr>
          </a:p>
          <a:p>
            <a:pPr marL="343080" indent="-75960">
              <a:lnSpc>
                <a:spcPct val="100000"/>
              </a:lnSpc>
              <a:tabLst>
                <a:tab pos="0" algn="l"/>
              </a:tabLst>
            </a:pPr>
            <a:r>
              <a:rPr lang="en-US" sz="1200" b="0" strike="noStrike" spc="-1">
                <a:solidFill>
                  <a:srgbClr val="000000"/>
                </a:solidFill>
                <a:latin typeface="Courier New"/>
              </a:rPr>
              <a:t>&lt;p&gt;Nunc sed lacus et  &lt;a href="#" class="</a:t>
            </a:r>
            <a:r>
              <a:rPr lang="en-US" sz="1200" b="1" strike="noStrike" spc="-1">
                <a:solidFill>
                  <a:srgbClr val="000000"/>
                </a:solidFill>
                <a:latin typeface="Courier New"/>
              </a:rPr>
              <a:t>destacado</a:t>
            </a:r>
            <a:r>
              <a:rPr lang="en-US" sz="1200" b="0" strike="noStrike" spc="-1">
                <a:solidFill>
                  <a:srgbClr val="000000"/>
                </a:solidFill>
                <a:latin typeface="Courier New"/>
              </a:rPr>
              <a:t>"&gt;est adipiscing&lt;/a&gt; accumsan...&lt;/p&gt;</a:t>
            </a:r>
            <a:endParaRPr lang="es-ES" sz="1200" b="0" strike="noStrike" spc="-1">
              <a:latin typeface="Arial"/>
            </a:endParaRPr>
          </a:p>
          <a:p>
            <a:pPr marL="343080" indent="-75960">
              <a:lnSpc>
                <a:spcPct val="100000"/>
              </a:lnSpc>
              <a:tabLst>
                <a:tab pos="0" algn="l"/>
              </a:tabLst>
            </a:pPr>
            <a:r>
              <a:rPr lang="en-US" sz="1200" b="0" strike="noStrike" spc="-1">
                <a:solidFill>
                  <a:srgbClr val="000000"/>
                </a:solidFill>
                <a:latin typeface="Courier New"/>
              </a:rPr>
              <a:t>&lt;p&gt;Class aptent taciti &lt;em class="</a:t>
            </a:r>
            <a:r>
              <a:rPr lang="en-US" sz="1200" b="1" strike="noStrike" spc="-1">
                <a:solidFill>
                  <a:srgbClr val="000000"/>
                </a:solidFill>
                <a:latin typeface="Courier New"/>
              </a:rPr>
              <a:t>destacado</a:t>
            </a:r>
            <a:r>
              <a:rPr lang="en-US" sz="1200" b="0" strike="noStrike" spc="-1">
                <a:solidFill>
                  <a:srgbClr val="000000"/>
                </a:solidFill>
                <a:latin typeface="Courier New"/>
              </a:rPr>
              <a:t>"&gt;sociosqu ad&lt;/em&gt; litora...&lt;/p&gt;</a:t>
            </a:r>
            <a:endParaRPr lang="es-ES" sz="1200" b="0" strike="noStrike" spc="-1">
              <a:latin typeface="Arial"/>
            </a:endParaRPr>
          </a:p>
          <a:p>
            <a:pPr marL="343080" indent="-342720">
              <a:lnSpc>
                <a:spcPct val="100000"/>
              </a:lnSpc>
              <a:tabLst>
                <a:tab pos="0" algn="l"/>
              </a:tabLst>
            </a:pPr>
            <a:r>
              <a:rPr lang="en-US" sz="1200" b="0" strike="noStrike" spc="-1">
                <a:solidFill>
                  <a:srgbClr val="000000"/>
                </a:solidFill>
                <a:latin typeface="Courier New"/>
              </a:rPr>
              <a:t>&lt;/body&gt;</a:t>
            </a:r>
            <a:endParaRPr lang="es-ES" sz="1200" b="0" strike="noStrike" spc="-1">
              <a:latin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 name="Título 1"/>
          <p:cNvSpPr txBox="1"/>
          <p:nvPr/>
        </p:nvSpPr>
        <p:spPr>
          <a:xfrm>
            <a:off x="457200" y="332640"/>
            <a:ext cx="8506800" cy="1142640"/>
          </a:xfrm>
          <a:prstGeom prst="rect">
            <a:avLst/>
          </a:prstGeom>
          <a:noFill/>
          <a:ln w="0">
            <a:noFill/>
          </a:ln>
        </p:spPr>
        <p:txBody>
          <a:bodyPr lIns="0" tIns="45000" rIns="0" bIns="0" anchor="b">
            <a:normAutofit/>
          </a:bodyPr>
          <a:lstStyle/>
          <a:p>
            <a:pPr>
              <a:lnSpc>
                <a:spcPct val="100000"/>
              </a:lnSpc>
            </a:pPr>
            <a:r>
              <a:rPr lang="es-ES" sz="4000" b="0" strike="noStrike" spc="-1">
                <a:solidFill>
                  <a:srgbClr val="04617B"/>
                </a:solidFill>
                <a:latin typeface="Calibri"/>
              </a:rPr>
              <a:t>Selectores básicos</a:t>
            </a:r>
            <a:endParaRPr lang="es-ES" sz="4000" b="0" strike="noStrike" spc="-1">
              <a:solidFill>
                <a:srgbClr val="000000"/>
              </a:solidFill>
              <a:latin typeface="Constantia"/>
            </a:endParaRPr>
          </a:p>
        </p:txBody>
      </p:sp>
      <p:sp>
        <p:nvSpPr>
          <p:cNvPr id="138" name="Marcador de contenido 2"/>
          <p:cNvSpPr txBox="1"/>
          <p:nvPr/>
        </p:nvSpPr>
        <p:spPr>
          <a:xfrm>
            <a:off x="467640" y="1556640"/>
            <a:ext cx="7920360" cy="4968360"/>
          </a:xfrm>
          <a:prstGeom prst="rect">
            <a:avLst/>
          </a:prstGeom>
          <a:noFill/>
          <a:ln w="0">
            <a:noFill/>
          </a:ln>
        </p:spPr>
        <p:txBody>
          <a:bodyPr lIns="90000" tIns="45000" rIns="90000" bIns="45000">
            <a:noAutofit/>
          </a:bodyPr>
          <a:lstStyle/>
          <a:p>
            <a:pPr>
              <a:lnSpc>
                <a:spcPct val="120000"/>
              </a:lnSpc>
              <a:spcAft>
                <a:spcPts val="601"/>
              </a:spcAft>
              <a:tabLst>
                <a:tab pos="0" algn="l"/>
              </a:tabLst>
            </a:pPr>
            <a:r>
              <a:rPr lang="es-ES" sz="2400" b="1" strike="noStrike" spc="-1">
                <a:solidFill>
                  <a:srgbClr val="000000"/>
                </a:solidFill>
                <a:latin typeface="Calibri"/>
              </a:rPr>
              <a:t>Selector de clase</a:t>
            </a:r>
            <a:endParaRPr lang="es-ES" sz="2400" b="0" strike="noStrike" spc="-1">
              <a:solidFill>
                <a:srgbClr val="000000"/>
              </a:solidFill>
              <a:latin typeface="Constantia"/>
            </a:endParaRPr>
          </a:p>
          <a:p>
            <a:pPr marL="630720" lvl="1" indent="-264600">
              <a:lnSpc>
                <a:spcPct val="120000"/>
              </a:lnSpc>
              <a:spcAft>
                <a:spcPts val="601"/>
              </a:spcAft>
              <a:buClr>
                <a:srgbClr val="0B5394"/>
              </a:buClr>
              <a:buSzPct val="85000"/>
              <a:buFont typeface="Wingdings 2" charset="2"/>
              <a:buChar char=""/>
              <a:tabLst>
                <a:tab pos="0" algn="l"/>
              </a:tabLst>
            </a:pPr>
            <a:r>
              <a:rPr lang="es-ES" sz="1700" b="0" strike="noStrike" spc="-1">
                <a:solidFill>
                  <a:srgbClr val="000000"/>
                </a:solidFill>
                <a:latin typeface="Calibri"/>
              </a:rPr>
              <a:t>No debe confundirse el selector de clase con los selectores descendentes ni con la agrupación de selectores. Sus sintaxis son muy parecidas pero sus significados muy diferentes.</a:t>
            </a:r>
            <a:endParaRPr lang="es-ES" sz="1700" b="0" strike="noStrike" spc="-1">
              <a:solidFill>
                <a:srgbClr val="000000"/>
              </a:solidFill>
              <a:latin typeface="Constantia"/>
            </a:endParaRPr>
          </a:p>
          <a:p>
            <a:endParaRPr lang="es-ES" sz="1700" b="0" strike="noStrike" spc="-1">
              <a:solidFill>
                <a:srgbClr val="000000"/>
              </a:solidFill>
              <a:latin typeface="Constantia"/>
            </a:endParaRPr>
          </a:p>
          <a:p>
            <a:endParaRPr lang="es-ES" sz="1700" b="0" strike="noStrike" spc="-1">
              <a:solidFill>
                <a:srgbClr val="000000"/>
              </a:solidFill>
              <a:latin typeface="Constantia"/>
            </a:endParaRPr>
          </a:p>
          <a:p>
            <a:pPr marL="365760">
              <a:lnSpc>
                <a:spcPct val="120000"/>
              </a:lnSpc>
              <a:spcAft>
                <a:spcPts val="601"/>
              </a:spcAft>
              <a:tabLst>
                <a:tab pos="0" algn="l"/>
              </a:tabLst>
            </a:pPr>
            <a:endParaRPr lang="es-ES" sz="1700" b="0" strike="noStrike" spc="-1">
              <a:solidFill>
                <a:srgbClr val="000000"/>
              </a:solidFill>
              <a:latin typeface="Constantia"/>
            </a:endParaRPr>
          </a:p>
          <a:p>
            <a:endParaRPr lang="es-ES" sz="1700" b="0" strike="noStrike" spc="-1">
              <a:solidFill>
                <a:srgbClr val="000000"/>
              </a:solidFill>
              <a:latin typeface="Constantia"/>
            </a:endParaRPr>
          </a:p>
          <a:p>
            <a:endParaRPr lang="es-ES" sz="1700" b="0" strike="noStrike" spc="-1">
              <a:solidFill>
                <a:srgbClr val="000000"/>
              </a:solidFill>
              <a:latin typeface="Constantia"/>
            </a:endParaRPr>
          </a:p>
          <a:p>
            <a:endParaRPr lang="es-ES" sz="1700" b="0" strike="noStrike" spc="-1">
              <a:solidFill>
                <a:srgbClr val="000000"/>
              </a:solidFill>
              <a:latin typeface="Constantia"/>
            </a:endParaRPr>
          </a:p>
          <a:p>
            <a:endParaRPr lang="es-ES" sz="1700" b="0" strike="noStrike" spc="-1">
              <a:solidFill>
                <a:srgbClr val="000000"/>
              </a:solidFill>
              <a:latin typeface="Constantia"/>
            </a:endParaRPr>
          </a:p>
        </p:txBody>
      </p:sp>
      <p:sp>
        <p:nvSpPr>
          <p:cNvPr id="139" name="Marcador de número de diapositiva 4"/>
          <p:cNvSpPr txBox="1"/>
          <p:nvPr/>
        </p:nvSpPr>
        <p:spPr>
          <a:xfrm>
            <a:off x="7924680" y="6356520"/>
            <a:ext cx="761760" cy="364680"/>
          </a:xfrm>
          <a:prstGeom prst="rect">
            <a:avLst/>
          </a:prstGeom>
          <a:noFill/>
          <a:ln w="0">
            <a:noFill/>
          </a:ln>
        </p:spPr>
        <p:txBody>
          <a:bodyPr lIns="0" tIns="0" rIns="0" bIns="0" anchor="b">
            <a:noAutofit/>
          </a:bodyPr>
          <a:lstStyle/>
          <a:p>
            <a:pPr algn="r">
              <a:lnSpc>
                <a:spcPct val="100000"/>
              </a:lnSpc>
            </a:pPr>
            <a:fld id="{92E1993F-6DAD-45E2-8499-8C05B677C4A4}" type="slidenum">
              <a:rPr lang="es-ES" sz="1200" b="0" strike="noStrike" spc="-1">
                <a:solidFill>
                  <a:srgbClr val="035C75"/>
                </a:solidFill>
                <a:latin typeface="Constantia"/>
              </a:rPr>
              <a:t>10</a:t>
            </a:fld>
            <a:endParaRPr lang="es-ES" sz="1200" b="0" strike="noStrike" spc="-1">
              <a:latin typeface="Times New Roman"/>
            </a:endParaRPr>
          </a:p>
        </p:txBody>
      </p:sp>
      <p:sp>
        <p:nvSpPr>
          <p:cNvPr id="140" name="Text Box 4"/>
          <p:cNvSpPr/>
          <p:nvPr/>
        </p:nvSpPr>
        <p:spPr>
          <a:xfrm>
            <a:off x="1056600" y="3141000"/>
            <a:ext cx="7629840" cy="3135960"/>
          </a:xfrm>
          <a:prstGeom prst="rect">
            <a:avLst/>
          </a:prstGeom>
          <a:solidFill>
            <a:srgbClr val="FFFFFF"/>
          </a:solidFill>
          <a:ln w="3175">
            <a:solidFill>
              <a:srgbClr val="009DD9"/>
            </a:solidFill>
            <a:prstDash val="dash"/>
            <a:round/>
          </a:ln>
        </p:spPr>
        <p:style>
          <a:lnRef idx="2">
            <a:schemeClr val="accent2"/>
          </a:lnRef>
          <a:fillRef idx="1">
            <a:schemeClr val="lt1"/>
          </a:fillRef>
          <a:effectRef idx="0">
            <a:schemeClr val="accent2"/>
          </a:effectRef>
          <a:fontRef idx="minor"/>
        </p:style>
        <p:txBody>
          <a:bodyPr lIns="90000" tIns="45000" rIns="90000" bIns="45000">
            <a:spAutoFit/>
          </a:bodyPr>
          <a:lstStyle/>
          <a:p>
            <a:pPr>
              <a:lnSpc>
                <a:spcPts val="1199"/>
              </a:lnSpc>
              <a:tabLst>
                <a:tab pos="0" algn="l"/>
              </a:tabLst>
            </a:pPr>
            <a:r>
              <a:rPr lang="es-ES" sz="1400" b="0" strike="noStrike" spc="-1">
                <a:solidFill>
                  <a:srgbClr val="000000"/>
                </a:solidFill>
                <a:latin typeface="Courier New"/>
              </a:rPr>
              <a:t>/* </a:t>
            </a:r>
            <a:r>
              <a:rPr lang="es-ES" sz="1400" b="1" strike="noStrike" spc="-1">
                <a:solidFill>
                  <a:srgbClr val="000000"/>
                </a:solidFill>
                <a:latin typeface="Courier New"/>
              </a:rPr>
              <a:t>Selector de clase: </a:t>
            </a:r>
            <a:r>
              <a:rPr lang="es-ES" sz="1400" b="0" strike="noStrike" spc="-1">
                <a:solidFill>
                  <a:srgbClr val="000000"/>
                </a:solidFill>
                <a:latin typeface="Courier New"/>
              </a:rPr>
              <a:t>pone en rojo todos los &lt;p&gt; con atributo class="aviso" */</a:t>
            </a:r>
            <a:endParaRPr lang="es-ES" sz="1400" b="0" strike="noStrike" spc="-1">
              <a:latin typeface="Arial"/>
            </a:endParaRPr>
          </a:p>
          <a:p>
            <a:pPr>
              <a:lnSpc>
                <a:spcPts val="1199"/>
              </a:lnSpc>
              <a:tabLst>
                <a:tab pos="0" algn="l"/>
              </a:tabLst>
            </a:pPr>
            <a:endParaRPr lang="es-ES" sz="1400" b="0" strike="noStrike" spc="-1">
              <a:latin typeface="Arial"/>
            </a:endParaRPr>
          </a:p>
          <a:p>
            <a:pPr marL="2419200" indent="-2418840">
              <a:lnSpc>
                <a:spcPts val="1199"/>
              </a:lnSpc>
              <a:tabLst>
                <a:tab pos="0" algn="l"/>
              </a:tabLst>
            </a:pPr>
            <a:r>
              <a:rPr lang="es-ES" sz="1400" b="0" strike="noStrike" spc="-1">
                <a:solidFill>
                  <a:srgbClr val="000000"/>
                </a:solidFill>
                <a:latin typeface="Courier New"/>
              </a:rPr>
              <a:t>p.aviso { </a:t>
            </a:r>
            <a:endParaRPr lang="es-ES" sz="1400" b="0" strike="noStrike" spc="-1">
              <a:latin typeface="Arial"/>
            </a:endParaRPr>
          </a:p>
          <a:p>
            <a:pPr marL="2419200" indent="-2063520">
              <a:lnSpc>
                <a:spcPts val="1199"/>
              </a:lnSpc>
              <a:tabLst>
                <a:tab pos="0" algn="l"/>
              </a:tabLst>
            </a:pPr>
            <a:r>
              <a:rPr lang="es-ES" sz="1400" b="0" strike="noStrike" spc="-1">
                <a:solidFill>
                  <a:srgbClr val="000000"/>
                </a:solidFill>
                <a:latin typeface="Courier New"/>
              </a:rPr>
              <a:t>color:red;</a:t>
            </a:r>
            <a:endParaRPr lang="es-ES" sz="1400" b="0" strike="noStrike" spc="-1">
              <a:latin typeface="Arial"/>
            </a:endParaRPr>
          </a:p>
          <a:p>
            <a:pPr marL="2419200" indent="-2418840">
              <a:lnSpc>
                <a:spcPts val="1199"/>
              </a:lnSpc>
              <a:tabLst>
                <a:tab pos="0" algn="l"/>
              </a:tabLst>
            </a:pPr>
            <a:r>
              <a:rPr lang="es-ES" sz="1400" b="0" strike="noStrike" spc="-1">
                <a:solidFill>
                  <a:srgbClr val="000000"/>
                </a:solidFill>
                <a:latin typeface="Courier New"/>
              </a:rPr>
              <a:t>}</a:t>
            </a:r>
            <a:endParaRPr lang="es-ES" sz="1400" b="0" strike="noStrike" spc="-1">
              <a:latin typeface="Arial"/>
            </a:endParaRPr>
          </a:p>
          <a:p>
            <a:pPr marL="2419200" indent="-2418840">
              <a:lnSpc>
                <a:spcPts val="1199"/>
              </a:lnSpc>
              <a:tabLst>
                <a:tab pos="0" algn="l"/>
              </a:tabLst>
            </a:pPr>
            <a:endParaRPr lang="es-ES" sz="1400" b="0" strike="noStrike" spc="-1">
              <a:latin typeface="Arial"/>
            </a:endParaRPr>
          </a:p>
          <a:p>
            <a:pPr>
              <a:lnSpc>
                <a:spcPts val="1199"/>
              </a:lnSpc>
              <a:tabLst>
                <a:tab pos="0" algn="l"/>
              </a:tabLst>
            </a:pPr>
            <a:r>
              <a:rPr lang="es-ES" sz="1400" b="0" strike="noStrike" spc="-1">
                <a:solidFill>
                  <a:srgbClr val="000000"/>
                </a:solidFill>
                <a:latin typeface="Courier New"/>
              </a:rPr>
              <a:t>/* </a:t>
            </a:r>
            <a:r>
              <a:rPr lang="es-ES" sz="1400" b="1" strike="noStrike" spc="-1">
                <a:solidFill>
                  <a:srgbClr val="000000"/>
                </a:solidFill>
                <a:latin typeface="Courier New"/>
              </a:rPr>
              <a:t>Selector descendente: </a:t>
            </a:r>
            <a:r>
              <a:rPr lang="es-ES" sz="1400" b="0" strike="noStrike" spc="-1">
                <a:solidFill>
                  <a:srgbClr val="000000"/>
                </a:solidFill>
                <a:latin typeface="Courier New"/>
              </a:rPr>
              <a:t>pone en rojo todos los elementos con atributo class="aviso" que estén dentro de cualquier &lt;p&gt;*/</a:t>
            </a:r>
            <a:endParaRPr lang="es-ES" sz="1400" b="0" strike="noStrike" spc="-1">
              <a:latin typeface="Arial"/>
            </a:endParaRPr>
          </a:p>
          <a:p>
            <a:pPr marL="266760" indent="-266400">
              <a:lnSpc>
                <a:spcPts val="1199"/>
              </a:lnSpc>
              <a:tabLst>
                <a:tab pos="0" algn="l"/>
              </a:tabLst>
            </a:pPr>
            <a:endParaRPr lang="es-ES" sz="1400" b="0" strike="noStrike" spc="-1">
              <a:latin typeface="Arial"/>
            </a:endParaRPr>
          </a:p>
          <a:p>
            <a:pPr marL="2419200" indent="-2418840">
              <a:lnSpc>
                <a:spcPts val="1199"/>
              </a:lnSpc>
              <a:tabLst>
                <a:tab pos="0" algn="l"/>
              </a:tabLst>
            </a:pPr>
            <a:r>
              <a:rPr lang="es-ES" sz="1400" b="0" strike="noStrike" spc="-1">
                <a:solidFill>
                  <a:srgbClr val="000000"/>
                </a:solidFill>
                <a:latin typeface="Courier New"/>
              </a:rPr>
              <a:t>p  .aviso {</a:t>
            </a:r>
            <a:endParaRPr lang="es-ES" sz="1400" b="0" strike="noStrike" spc="-1">
              <a:latin typeface="Arial"/>
            </a:endParaRPr>
          </a:p>
          <a:p>
            <a:pPr marL="2419200" indent="-2063520">
              <a:lnSpc>
                <a:spcPts val="1199"/>
              </a:lnSpc>
              <a:tabLst>
                <a:tab pos="0" algn="l"/>
              </a:tabLst>
            </a:pPr>
            <a:r>
              <a:rPr lang="es-ES" sz="1400" b="0" strike="noStrike" spc="-1">
                <a:solidFill>
                  <a:srgbClr val="000000"/>
                </a:solidFill>
                <a:latin typeface="Courier New"/>
              </a:rPr>
              <a:t>color:red;</a:t>
            </a:r>
            <a:endParaRPr lang="es-ES" sz="1400" b="0" strike="noStrike" spc="-1">
              <a:latin typeface="Arial"/>
            </a:endParaRPr>
          </a:p>
          <a:p>
            <a:pPr marL="2419200" indent="-2418840">
              <a:lnSpc>
                <a:spcPts val="1199"/>
              </a:lnSpc>
              <a:tabLst>
                <a:tab pos="0" algn="l"/>
              </a:tabLst>
            </a:pPr>
            <a:r>
              <a:rPr lang="es-ES" sz="1400" b="0" strike="noStrike" spc="-1">
                <a:solidFill>
                  <a:srgbClr val="000000"/>
                </a:solidFill>
                <a:latin typeface="Courier New"/>
              </a:rPr>
              <a:t>}</a:t>
            </a:r>
            <a:endParaRPr lang="es-ES" sz="1400" b="0" strike="noStrike" spc="-1">
              <a:latin typeface="Arial"/>
            </a:endParaRPr>
          </a:p>
          <a:p>
            <a:pPr marL="2419200" indent="-2418840">
              <a:lnSpc>
                <a:spcPts val="1199"/>
              </a:lnSpc>
              <a:tabLst>
                <a:tab pos="0" algn="l"/>
              </a:tabLst>
            </a:pPr>
            <a:endParaRPr lang="es-ES" sz="1400" b="0" strike="noStrike" spc="-1">
              <a:latin typeface="Arial"/>
            </a:endParaRPr>
          </a:p>
          <a:p>
            <a:pPr>
              <a:lnSpc>
                <a:spcPts val="1199"/>
              </a:lnSpc>
              <a:tabLst>
                <a:tab pos="0" algn="l"/>
              </a:tabLst>
            </a:pPr>
            <a:r>
              <a:rPr lang="es-ES" sz="1400" b="0" strike="noStrike" spc="-1">
                <a:solidFill>
                  <a:srgbClr val="000000"/>
                </a:solidFill>
                <a:latin typeface="Courier New"/>
              </a:rPr>
              <a:t>/* </a:t>
            </a:r>
            <a:r>
              <a:rPr lang="es-ES" sz="1400" b="1" strike="noStrike" spc="-1">
                <a:solidFill>
                  <a:srgbClr val="000000"/>
                </a:solidFill>
                <a:latin typeface="Courier New"/>
              </a:rPr>
              <a:t>Agrupacion de selectores: </a:t>
            </a:r>
            <a:r>
              <a:rPr lang="es-ES" sz="1400" b="0" strike="noStrike" spc="-1">
                <a:solidFill>
                  <a:srgbClr val="000000"/>
                </a:solidFill>
                <a:latin typeface="Courier New"/>
              </a:rPr>
              <a:t>pone en rojo todos los &lt;p&gt; de la página y todos los elementos con atributo class="aviso" de la página */</a:t>
            </a:r>
            <a:endParaRPr lang="es-ES" sz="1400" b="0" strike="noStrike" spc="-1">
              <a:latin typeface="Arial"/>
            </a:endParaRPr>
          </a:p>
          <a:p>
            <a:pPr marL="2419200" indent="-2418840">
              <a:lnSpc>
                <a:spcPts val="1199"/>
              </a:lnSpc>
              <a:tabLst>
                <a:tab pos="0" algn="l"/>
              </a:tabLst>
            </a:pPr>
            <a:endParaRPr lang="es-ES" sz="1400" b="0" strike="noStrike" spc="-1">
              <a:latin typeface="Arial"/>
            </a:endParaRPr>
          </a:p>
          <a:p>
            <a:pPr marL="2419200" indent="-2418840">
              <a:lnSpc>
                <a:spcPts val="1199"/>
              </a:lnSpc>
              <a:tabLst>
                <a:tab pos="0" algn="l"/>
              </a:tabLst>
            </a:pPr>
            <a:r>
              <a:rPr lang="es-ES" sz="1400" b="0" strike="noStrike" spc="-1">
                <a:solidFill>
                  <a:srgbClr val="000000"/>
                </a:solidFill>
                <a:latin typeface="Courier New"/>
              </a:rPr>
              <a:t>p, .aviso { </a:t>
            </a:r>
            <a:endParaRPr lang="es-ES" sz="1400" b="0" strike="noStrike" spc="-1">
              <a:latin typeface="Arial"/>
            </a:endParaRPr>
          </a:p>
          <a:p>
            <a:pPr marL="2419200" indent="-2063520">
              <a:lnSpc>
                <a:spcPts val="1199"/>
              </a:lnSpc>
              <a:tabLst>
                <a:tab pos="0" algn="l"/>
              </a:tabLst>
            </a:pPr>
            <a:r>
              <a:rPr lang="es-ES" sz="1400" b="0" strike="noStrike" spc="-1">
                <a:solidFill>
                  <a:srgbClr val="000000"/>
                </a:solidFill>
                <a:latin typeface="Courier New"/>
              </a:rPr>
              <a:t>color:red;</a:t>
            </a:r>
            <a:endParaRPr lang="es-ES" sz="1400" b="0" strike="noStrike" spc="-1">
              <a:latin typeface="Arial"/>
            </a:endParaRPr>
          </a:p>
          <a:p>
            <a:pPr marL="2419200" indent="-2418840">
              <a:lnSpc>
                <a:spcPts val="1199"/>
              </a:lnSpc>
              <a:tabLst>
                <a:tab pos="0" algn="l"/>
              </a:tabLst>
            </a:pPr>
            <a:r>
              <a:rPr lang="es-ES" sz="1400" b="0" strike="noStrike" spc="-1">
                <a:solidFill>
                  <a:srgbClr val="000000"/>
                </a:solidFill>
                <a:latin typeface="Courier New"/>
              </a:rPr>
              <a:t>}</a:t>
            </a:r>
            <a:endParaRPr lang="es-ES" sz="1400" b="0" strike="noStrike" spc="-1">
              <a:latin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 name="Título 1"/>
          <p:cNvSpPr txBox="1"/>
          <p:nvPr/>
        </p:nvSpPr>
        <p:spPr>
          <a:xfrm>
            <a:off x="457200" y="332640"/>
            <a:ext cx="8506800" cy="1142640"/>
          </a:xfrm>
          <a:prstGeom prst="rect">
            <a:avLst/>
          </a:prstGeom>
          <a:noFill/>
          <a:ln w="0">
            <a:noFill/>
          </a:ln>
        </p:spPr>
        <p:txBody>
          <a:bodyPr lIns="0" tIns="45000" rIns="0" bIns="0" anchor="b">
            <a:normAutofit/>
          </a:bodyPr>
          <a:lstStyle/>
          <a:p>
            <a:pPr>
              <a:lnSpc>
                <a:spcPct val="100000"/>
              </a:lnSpc>
            </a:pPr>
            <a:r>
              <a:rPr lang="es-ES" sz="4000" b="0" strike="noStrike" spc="-1">
                <a:solidFill>
                  <a:srgbClr val="04617B"/>
                </a:solidFill>
                <a:latin typeface="Calibri"/>
              </a:rPr>
              <a:t>Selectores básicos</a:t>
            </a:r>
            <a:endParaRPr lang="es-ES" sz="4000" b="0" strike="noStrike" spc="-1">
              <a:solidFill>
                <a:srgbClr val="000000"/>
              </a:solidFill>
              <a:latin typeface="Constantia"/>
            </a:endParaRPr>
          </a:p>
        </p:txBody>
      </p:sp>
      <p:sp>
        <p:nvSpPr>
          <p:cNvPr id="142" name="Marcador de contenido 2"/>
          <p:cNvSpPr txBox="1"/>
          <p:nvPr/>
        </p:nvSpPr>
        <p:spPr>
          <a:xfrm>
            <a:off x="467640" y="1556640"/>
            <a:ext cx="7920360" cy="4968360"/>
          </a:xfrm>
          <a:prstGeom prst="rect">
            <a:avLst/>
          </a:prstGeom>
          <a:noFill/>
          <a:ln w="0">
            <a:noFill/>
          </a:ln>
        </p:spPr>
        <p:txBody>
          <a:bodyPr lIns="90000" tIns="45000" rIns="90000" bIns="45000" anchor="t">
            <a:noAutofit/>
          </a:bodyPr>
          <a:lstStyle/>
          <a:p>
            <a:pPr>
              <a:lnSpc>
                <a:spcPct val="120000"/>
              </a:lnSpc>
              <a:spcAft>
                <a:spcPts val="601"/>
              </a:spcAft>
              <a:tabLst>
                <a:tab pos="0" algn="l"/>
              </a:tabLst>
            </a:pPr>
            <a:r>
              <a:rPr lang="es-ES" sz="2400" b="1" strike="noStrike" spc="-1" dirty="0">
                <a:solidFill>
                  <a:srgbClr val="000000"/>
                </a:solidFill>
                <a:latin typeface="Calibri"/>
              </a:rPr>
              <a:t>Selector de clase</a:t>
            </a:r>
            <a:endParaRPr lang="es-ES" sz="2400" b="0" strike="noStrike" spc="-1" dirty="0">
              <a:solidFill>
                <a:srgbClr val="000000"/>
              </a:solidFill>
              <a:latin typeface="Constantia"/>
            </a:endParaRPr>
          </a:p>
          <a:p>
            <a:pPr marL="630555" lvl="1" indent="-264160" algn="just">
              <a:lnSpc>
                <a:spcPct val="120000"/>
              </a:lnSpc>
              <a:spcAft>
                <a:spcPts val="601"/>
              </a:spcAft>
              <a:buClr>
                <a:srgbClr val="0B5394"/>
              </a:buClr>
              <a:buSzPct val="85000"/>
              <a:buFont typeface="Wingdings 2" charset="2"/>
              <a:buChar char=""/>
              <a:tabLst>
                <a:tab pos="0" algn="l"/>
              </a:tabLst>
            </a:pPr>
            <a:r>
              <a:rPr lang="es-ES" sz="1600" b="0" strike="noStrike" spc="-1" dirty="0">
                <a:solidFill>
                  <a:srgbClr val="000000"/>
                </a:solidFill>
                <a:latin typeface="Calibri"/>
              </a:rPr>
              <a:t>Es posible aplicar los estilos de varias clases CSS sobre un </a:t>
            </a:r>
            <a:r>
              <a:rPr lang="es-ES" sz="1600" b="1" strike="noStrike" spc="-1" dirty="0">
                <a:solidFill>
                  <a:srgbClr val="000000"/>
                </a:solidFill>
                <a:latin typeface="Calibri"/>
              </a:rPr>
              <a:t>mismo elemento</a:t>
            </a:r>
            <a:r>
              <a:rPr lang="es-ES" sz="1600" b="0" strike="noStrike" spc="-1" dirty="0">
                <a:solidFill>
                  <a:srgbClr val="000000"/>
                </a:solidFill>
                <a:latin typeface="Calibri"/>
              </a:rPr>
              <a:t>.</a:t>
            </a:r>
            <a:endParaRPr lang="es-ES" sz="1600" b="0" strike="noStrike" spc="-1" dirty="0">
              <a:solidFill>
                <a:srgbClr val="000000"/>
              </a:solidFill>
              <a:latin typeface="Constantia"/>
            </a:endParaRPr>
          </a:p>
          <a:p>
            <a:pPr marL="630555" lvl="1" indent="-264160" algn="just">
              <a:lnSpc>
                <a:spcPct val="120000"/>
              </a:lnSpc>
              <a:spcAft>
                <a:spcPts val="601"/>
              </a:spcAft>
              <a:buClr>
                <a:srgbClr val="0B5394"/>
              </a:buClr>
              <a:buSzPct val="85000"/>
              <a:buFont typeface="Wingdings 2" charset="2"/>
              <a:buChar char=""/>
            </a:pPr>
            <a:endParaRPr lang="es-ES" sz="1600" b="0" strike="noStrike" spc="-1" dirty="0">
              <a:solidFill>
                <a:srgbClr val="000000"/>
              </a:solidFill>
              <a:latin typeface="Calibri"/>
            </a:endParaRPr>
          </a:p>
          <a:p>
            <a:endParaRPr lang="es-ES" sz="1600" b="0" strike="noStrike" spc="-1" dirty="0">
              <a:solidFill>
                <a:srgbClr val="000000"/>
              </a:solidFill>
              <a:latin typeface="Constantia"/>
            </a:endParaRPr>
          </a:p>
          <a:p>
            <a:endParaRPr lang="es-ES" sz="1600" b="0" strike="noStrike" spc="-1" dirty="0">
              <a:solidFill>
                <a:srgbClr val="000000"/>
              </a:solidFill>
              <a:latin typeface="Constantia"/>
            </a:endParaRPr>
          </a:p>
          <a:p>
            <a:pPr>
              <a:tabLst>
                <a:tab pos="0" algn="l"/>
              </a:tabLst>
            </a:pPr>
            <a:endParaRPr lang="es-ES" sz="1600" spc="-1" dirty="0">
              <a:solidFill>
                <a:srgbClr val="000000"/>
              </a:solidFill>
              <a:latin typeface="Constantia"/>
            </a:endParaRPr>
          </a:p>
          <a:p>
            <a:pPr marL="630555" lvl="1" indent="-264160" algn="just">
              <a:lnSpc>
                <a:spcPct val="120000"/>
              </a:lnSpc>
              <a:spcAft>
                <a:spcPts val="601"/>
              </a:spcAft>
              <a:buClr>
                <a:srgbClr val="0B5394"/>
              </a:buClr>
              <a:buSzPct val="85000"/>
              <a:buFont typeface="Wingdings 2" charset="2"/>
              <a:buChar char=""/>
              <a:tabLst>
                <a:tab pos="0" algn="l"/>
              </a:tabLst>
            </a:pPr>
            <a:r>
              <a:rPr lang="es-ES" sz="1600" b="0" strike="noStrike" spc="-1" dirty="0">
                <a:solidFill>
                  <a:srgbClr val="000000"/>
                </a:solidFill>
                <a:latin typeface="Calibri"/>
              </a:rPr>
              <a:t>Si un elemento dispone de un atributo </a:t>
            </a:r>
            <a:r>
              <a:rPr lang="es-ES" sz="1600" b="0" strike="noStrike" spc="-1" dirty="0" err="1">
                <a:solidFill>
                  <a:srgbClr val="000000"/>
                </a:solidFill>
                <a:latin typeface="Calibri"/>
              </a:rPr>
              <a:t>class</a:t>
            </a:r>
            <a:r>
              <a:rPr lang="es-ES" sz="1600" b="0" strike="noStrike" spc="-1" dirty="0">
                <a:solidFill>
                  <a:srgbClr val="000000"/>
                </a:solidFill>
                <a:latin typeface="Calibri"/>
              </a:rPr>
              <a:t> con más de un valor, es posible utilizar un selector más avanzado:</a:t>
            </a:r>
            <a:endParaRPr lang="es-ES" sz="1600" b="0" strike="noStrike" spc="-1" dirty="0">
              <a:solidFill>
                <a:srgbClr val="000000"/>
              </a:solidFill>
              <a:latin typeface="Constantia"/>
            </a:endParaRPr>
          </a:p>
          <a:p>
            <a:endParaRPr lang="es-ES" sz="1600" b="0" strike="noStrike" spc="-1" dirty="0">
              <a:solidFill>
                <a:srgbClr val="000000"/>
              </a:solidFill>
              <a:latin typeface="Constantia"/>
            </a:endParaRPr>
          </a:p>
          <a:p>
            <a:endParaRPr lang="es-ES" sz="1200" b="0" strike="noStrike" spc="-1" dirty="0">
              <a:solidFill>
                <a:srgbClr val="000000"/>
              </a:solidFill>
              <a:latin typeface="Constantia"/>
            </a:endParaRPr>
          </a:p>
          <a:p>
            <a:pPr marL="365760">
              <a:lnSpc>
                <a:spcPct val="120000"/>
              </a:lnSpc>
              <a:spcAft>
                <a:spcPts val="601"/>
              </a:spcAft>
              <a:tabLst>
                <a:tab pos="0" algn="l"/>
              </a:tabLst>
            </a:pPr>
            <a:endParaRPr lang="es-ES" sz="1600" b="0" strike="noStrike" spc="-1" dirty="0">
              <a:solidFill>
                <a:srgbClr val="000000"/>
              </a:solidFill>
              <a:latin typeface="Constantia"/>
            </a:endParaRPr>
          </a:p>
          <a:p>
            <a:pPr marL="365760">
              <a:lnSpc>
                <a:spcPct val="120000"/>
              </a:lnSpc>
              <a:spcAft>
                <a:spcPts val="601"/>
              </a:spcAft>
              <a:tabLst>
                <a:tab pos="0" algn="l"/>
              </a:tabLst>
            </a:pPr>
            <a:endParaRPr lang="es-ES" sz="1600" spc="-1" dirty="0">
              <a:solidFill>
                <a:srgbClr val="000000"/>
              </a:solidFill>
              <a:latin typeface="Constantia"/>
            </a:endParaRPr>
          </a:p>
          <a:p>
            <a:pPr marL="640080" algn="just">
              <a:lnSpc>
                <a:spcPct val="120000"/>
              </a:lnSpc>
              <a:spcAft>
                <a:spcPts val="601"/>
              </a:spcAft>
              <a:tabLst>
                <a:tab pos="0" algn="l"/>
              </a:tabLst>
            </a:pPr>
            <a:r>
              <a:rPr lang="es-ES" sz="1600" b="0" strike="noStrike" spc="-1" dirty="0">
                <a:solidFill>
                  <a:srgbClr val="000000"/>
                </a:solidFill>
                <a:latin typeface="Calibri"/>
              </a:rPr>
              <a:t>El color de la letra del texto del párrafo será azul y no rojo. El motivo es que se ha utilizado un selector de clase múltiple </a:t>
            </a:r>
            <a:r>
              <a:rPr lang="es-ES" sz="1600" b="0" i="1" strike="noStrike" spc="-1" dirty="0">
                <a:solidFill>
                  <a:srgbClr val="000000"/>
                </a:solidFill>
                <a:latin typeface="Calibri"/>
              </a:rPr>
              <a:t>.</a:t>
            </a:r>
            <a:r>
              <a:rPr lang="es-ES" sz="1600" b="0" i="1" strike="noStrike" spc="-1" dirty="0" err="1">
                <a:solidFill>
                  <a:srgbClr val="000000"/>
                </a:solidFill>
                <a:latin typeface="Calibri"/>
              </a:rPr>
              <a:t>error.destacado</a:t>
            </a:r>
            <a:r>
              <a:rPr lang="es-ES" sz="1600" b="0" strike="noStrike" spc="-1" dirty="0">
                <a:solidFill>
                  <a:srgbClr val="000000"/>
                </a:solidFill>
                <a:latin typeface="Calibri"/>
              </a:rPr>
              <a:t>, que se interpreta como "</a:t>
            </a:r>
            <a:r>
              <a:rPr lang="es-ES" sz="1600" b="0" i="1" strike="noStrike" spc="-1" dirty="0">
                <a:solidFill>
                  <a:srgbClr val="000000"/>
                </a:solidFill>
                <a:latin typeface="Calibri"/>
              </a:rPr>
              <a:t>aquellos elementos de la página que dispongan de un atributo </a:t>
            </a:r>
            <a:r>
              <a:rPr lang="es-ES" sz="1600" b="0" i="1" strike="noStrike" spc="-1" dirty="0" err="1">
                <a:solidFill>
                  <a:srgbClr val="000000"/>
                </a:solidFill>
                <a:latin typeface="Calibri"/>
              </a:rPr>
              <a:t>class</a:t>
            </a:r>
            <a:r>
              <a:rPr lang="es-ES" sz="1600" b="0" i="1" strike="noStrike" spc="-1" dirty="0">
                <a:solidFill>
                  <a:srgbClr val="000000"/>
                </a:solidFill>
                <a:latin typeface="Calibri"/>
              </a:rPr>
              <a:t> con al menos los valores error y destacado</a:t>
            </a:r>
            <a:r>
              <a:rPr lang="es-ES" sz="1600" b="0" strike="noStrike" spc="-1" dirty="0">
                <a:solidFill>
                  <a:srgbClr val="000000"/>
                </a:solidFill>
                <a:latin typeface="Calibri"/>
              </a:rPr>
              <a:t>".</a:t>
            </a:r>
            <a:endParaRPr lang="es-ES" sz="1600" b="0" strike="noStrike" spc="-1" dirty="0">
              <a:solidFill>
                <a:srgbClr val="000000"/>
              </a:solidFill>
              <a:latin typeface="Constantia"/>
            </a:endParaRPr>
          </a:p>
        </p:txBody>
      </p:sp>
      <p:sp>
        <p:nvSpPr>
          <p:cNvPr id="143" name="Marcador de número de diapositiva 4"/>
          <p:cNvSpPr txBox="1"/>
          <p:nvPr/>
        </p:nvSpPr>
        <p:spPr>
          <a:xfrm>
            <a:off x="7924680" y="6356520"/>
            <a:ext cx="761760" cy="364680"/>
          </a:xfrm>
          <a:prstGeom prst="rect">
            <a:avLst/>
          </a:prstGeom>
          <a:noFill/>
          <a:ln w="0">
            <a:noFill/>
          </a:ln>
        </p:spPr>
        <p:txBody>
          <a:bodyPr lIns="0" tIns="0" rIns="0" bIns="0" anchor="b">
            <a:noAutofit/>
          </a:bodyPr>
          <a:lstStyle/>
          <a:p>
            <a:pPr algn="r">
              <a:lnSpc>
                <a:spcPct val="100000"/>
              </a:lnSpc>
            </a:pPr>
            <a:fld id="{85F6FD2D-A06C-4379-8BDE-5CC525DE4E04}" type="slidenum">
              <a:rPr lang="es-ES" sz="1200" b="0" strike="noStrike" spc="-1">
                <a:solidFill>
                  <a:srgbClr val="035C75"/>
                </a:solidFill>
                <a:latin typeface="Constantia"/>
              </a:rPr>
              <a:t>11</a:t>
            </a:fld>
            <a:endParaRPr lang="es-ES" sz="1200" b="0" strike="noStrike" spc="-1">
              <a:latin typeface="Times New Roman"/>
            </a:endParaRPr>
          </a:p>
        </p:txBody>
      </p:sp>
      <p:sp>
        <p:nvSpPr>
          <p:cNvPr id="144" name="Text Box 4"/>
          <p:cNvSpPr/>
          <p:nvPr/>
        </p:nvSpPr>
        <p:spPr>
          <a:xfrm>
            <a:off x="1187640" y="2447280"/>
            <a:ext cx="6480360" cy="1002960"/>
          </a:xfrm>
          <a:prstGeom prst="rect">
            <a:avLst/>
          </a:prstGeom>
          <a:solidFill>
            <a:srgbClr val="FFFFFF"/>
          </a:solidFill>
          <a:ln w="3175">
            <a:solidFill>
              <a:srgbClr val="009DD9"/>
            </a:solidFill>
            <a:prstDash val="dash"/>
            <a:round/>
          </a:ln>
        </p:spPr>
        <p:style>
          <a:lnRef idx="2">
            <a:schemeClr val="accent2"/>
          </a:lnRef>
          <a:fillRef idx="1">
            <a:schemeClr val="lt1"/>
          </a:fillRef>
          <a:effectRef idx="0">
            <a:schemeClr val="accent2"/>
          </a:effectRef>
          <a:fontRef idx="minor"/>
        </p:style>
        <p:txBody>
          <a:bodyPr lIns="90000" tIns="45000" rIns="90000" bIns="45000">
            <a:spAutoFit/>
          </a:bodyPr>
          <a:lstStyle/>
          <a:p>
            <a:pPr marL="266760" indent="-266400">
              <a:lnSpc>
                <a:spcPct val="100000"/>
              </a:lnSpc>
              <a:tabLst>
                <a:tab pos="0" algn="l"/>
              </a:tabLst>
            </a:pPr>
            <a:r>
              <a:rPr lang="es-ES" sz="1200" b="0" strike="noStrike" spc="-1">
                <a:solidFill>
                  <a:srgbClr val="000000"/>
                </a:solidFill>
                <a:latin typeface="Courier New"/>
              </a:rPr>
              <a:t>.error { color: red; }</a:t>
            </a:r>
            <a:endParaRPr lang="es-ES" sz="1200" b="0" strike="noStrike" spc="-1">
              <a:latin typeface="Arial"/>
            </a:endParaRPr>
          </a:p>
          <a:p>
            <a:pPr marL="266760" indent="-266400">
              <a:lnSpc>
                <a:spcPct val="100000"/>
              </a:lnSpc>
              <a:tabLst>
                <a:tab pos="0" algn="l"/>
              </a:tabLst>
            </a:pPr>
            <a:r>
              <a:rPr lang="es-ES" sz="1200" b="0" strike="noStrike" spc="-1">
                <a:solidFill>
                  <a:srgbClr val="000000"/>
                </a:solidFill>
                <a:latin typeface="Courier New"/>
              </a:rPr>
              <a:t>.destacado { font-size: 15px; }</a:t>
            </a:r>
            <a:endParaRPr lang="es-ES" sz="1200" b="0" strike="noStrike" spc="-1">
              <a:latin typeface="Arial"/>
            </a:endParaRPr>
          </a:p>
          <a:p>
            <a:pPr marL="266760" indent="-266400">
              <a:lnSpc>
                <a:spcPct val="100000"/>
              </a:lnSpc>
              <a:tabLst>
                <a:tab pos="0" algn="l"/>
              </a:tabLst>
            </a:pPr>
            <a:r>
              <a:rPr lang="es-ES" sz="1200" b="0" strike="noStrike" spc="-1">
                <a:solidFill>
                  <a:srgbClr val="000000"/>
                </a:solidFill>
                <a:latin typeface="Courier New"/>
              </a:rPr>
              <a:t>.especial { font-weight: bold; }</a:t>
            </a:r>
            <a:endParaRPr lang="es-ES" sz="1200" b="0" strike="noStrike" spc="-1">
              <a:latin typeface="Arial"/>
            </a:endParaRPr>
          </a:p>
          <a:p>
            <a:pPr marL="266760" indent="-266400">
              <a:lnSpc>
                <a:spcPct val="100000"/>
              </a:lnSpc>
              <a:tabLst>
                <a:tab pos="0" algn="l"/>
              </a:tabLst>
            </a:pPr>
            <a:endParaRPr lang="es-ES" sz="1200" b="0" strike="noStrike" spc="-1">
              <a:latin typeface="Arial"/>
            </a:endParaRPr>
          </a:p>
          <a:p>
            <a:pPr marL="266760" indent="-266400">
              <a:lnSpc>
                <a:spcPct val="100000"/>
              </a:lnSpc>
              <a:tabLst>
                <a:tab pos="0" algn="l"/>
              </a:tabLst>
            </a:pPr>
            <a:r>
              <a:rPr lang="es-ES" sz="1200" b="0" strike="noStrike" spc="-1">
                <a:solidFill>
                  <a:srgbClr val="000000"/>
                </a:solidFill>
                <a:latin typeface="Courier New"/>
              </a:rPr>
              <a:t>&lt;p class="especial destacado error"&gt;Párrafo de texto...&lt;/p&gt;</a:t>
            </a:r>
            <a:endParaRPr lang="es-ES" sz="1200" b="0" strike="noStrike" spc="-1">
              <a:latin typeface="Arial"/>
            </a:endParaRPr>
          </a:p>
        </p:txBody>
      </p:sp>
      <p:sp>
        <p:nvSpPr>
          <p:cNvPr id="145" name="Text Box 4"/>
          <p:cNvSpPr/>
          <p:nvPr/>
        </p:nvSpPr>
        <p:spPr>
          <a:xfrm>
            <a:off x="1373940" y="4166804"/>
            <a:ext cx="6085507" cy="1198875"/>
          </a:xfrm>
          <a:prstGeom prst="rect">
            <a:avLst/>
          </a:prstGeom>
          <a:solidFill>
            <a:srgbClr val="FFFFFF"/>
          </a:solidFill>
          <a:ln w="3175">
            <a:solidFill>
              <a:srgbClr val="009DD9"/>
            </a:solidFill>
            <a:prstDash val="dash"/>
            <a:round/>
          </a:ln>
        </p:spPr>
        <p:style>
          <a:lnRef idx="2">
            <a:schemeClr val="accent2"/>
          </a:lnRef>
          <a:fillRef idx="1">
            <a:schemeClr val="lt1"/>
          </a:fillRef>
          <a:effectRef idx="0">
            <a:schemeClr val="accent2"/>
          </a:effectRef>
          <a:fontRef idx="minor"/>
        </p:style>
        <p:txBody>
          <a:bodyPr wrap="square" lIns="90000" tIns="45000" rIns="90000" bIns="45000">
            <a:spAutoFit/>
          </a:bodyPr>
          <a:lstStyle/>
          <a:p>
            <a:pPr marL="266760" indent="-266400">
              <a:lnSpc>
                <a:spcPct val="100000"/>
              </a:lnSpc>
              <a:tabLst>
                <a:tab pos="0" algn="l"/>
              </a:tabLst>
            </a:pPr>
            <a:r>
              <a:rPr lang="es-ES" sz="1200" b="0" strike="noStrike" spc="-1">
                <a:solidFill>
                  <a:srgbClr val="000000"/>
                </a:solidFill>
                <a:latin typeface="Courier New"/>
              </a:rPr>
              <a:t>.error { color: red; }</a:t>
            </a:r>
            <a:endParaRPr lang="es-ES" sz="1200" b="0" strike="noStrike" spc="-1">
              <a:latin typeface="Arial"/>
            </a:endParaRPr>
          </a:p>
          <a:p>
            <a:pPr marL="266760" indent="-266400">
              <a:lnSpc>
                <a:spcPct val="100000"/>
              </a:lnSpc>
              <a:tabLst>
                <a:tab pos="0" algn="l"/>
              </a:tabLst>
            </a:pPr>
            <a:r>
              <a:rPr lang="es-ES" sz="1200" b="0" strike="noStrike" spc="-1">
                <a:solidFill>
                  <a:srgbClr val="000000"/>
                </a:solidFill>
                <a:latin typeface="Courier New"/>
              </a:rPr>
              <a:t>.error.destacado { color: blue; }</a:t>
            </a:r>
            <a:endParaRPr lang="es-ES" sz="1200" b="0" strike="noStrike" spc="-1">
              <a:latin typeface="Arial"/>
            </a:endParaRPr>
          </a:p>
          <a:p>
            <a:pPr marL="266760" indent="-266400">
              <a:lnSpc>
                <a:spcPct val="100000"/>
              </a:lnSpc>
              <a:tabLst>
                <a:tab pos="0" algn="l"/>
              </a:tabLst>
            </a:pPr>
            <a:r>
              <a:rPr lang="es-ES" sz="1200" b="0" strike="noStrike" spc="-1">
                <a:solidFill>
                  <a:srgbClr val="000000"/>
                </a:solidFill>
                <a:latin typeface="Courier New"/>
              </a:rPr>
              <a:t>.destacado { font-size: 15px; }</a:t>
            </a:r>
            <a:endParaRPr lang="es-ES" sz="1200" b="0" strike="noStrike" spc="-1">
              <a:latin typeface="Arial"/>
            </a:endParaRPr>
          </a:p>
          <a:p>
            <a:pPr marL="266760" indent="-266400">
              <a:lnSpc>
                <a:spcPct val="100000"/>
              </a:lnSpc>
              <a:tabLst>
                <a:tab pos="0" algn="l"/>
              </a:tabLst>
            </a:pPr>
            <a:r>
              <a:rPr lang="es-ES" sz="1200" b="0" strike="noStrike" spc="-1">
                <a:solidFill>
                  <a:srgbClr val="000000"/>
                </a:solidFill>
                <a:latin typeface="Courier New"/>
              </a:rPr>
              <a:t>.especial { font-weight: bold; }</a:t>
            </a:r>
            <a:endParaRPr lang="es-ES" sz="1200" b="0" strike="noStrike" spc="-1">
              <a:latin typeface="Arial"/>
            </a:endParaRPr>
          </a:p>
          <a:p>
            <a:pPr marL="266760" indent="-266400">
              <a:lnSpc>
                <a:spcPct val="100000"/>
              </a:lnSpc>
              <a:tabLst>
                <a:tab pos="0" algn="l"/>
              </a:tabLst>
            </a:pPr>
            <a:endParaRPr lang="es-ES" sz="1200" b="0" strike="noStrike" spc="-1">
              <a:latin typeface="Arial"/>
            </a:endParaRPr>
          </a:p>
          <a:p>
            <a:pPr marL="266760" indent="-266400">
              <a:lnSpc>
                <a:spcPct val="100000"/>
              </a:lnSpc>
              <a:tabLst>
                <a:tab pos="0" algn="l"/>
              </a:tabLst>
            </a:pPr>
            <a:r>
              <a:rPr lang="es-ES" sz="1200" b="0" strike="noStrike" spc="-1">
                <a:solidFill>
                  <a:srgbClr val="000000"/>
                </a:solidFill>
                <a:latin typeface="Courier New"/>
              </a:rPr>
              <a:t>&lt;p class="especial destacado error"&gt;Párrafo de texto...&lt;/p&gt;</a:t>
            </a:r>
            <a:endParaRPr lang="es-ES" sz="1200" b="0" strike="noStrike" spc="-1">
              <a:latin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 name="Título 1"/>
          <p:cNvSpPr txBox="1"/>
          <p:nvPr/>
        </p:nvSpPr>
        <p:spPr>
          <a:xfrm>
            <a:off x="457200" y="332640"/>
            <a:ext cx="8506800" cy="1142640"/>
          </a:xfrm>
          <a:prstGeom prst="rect">
            <a:avLst/>
          </a:prstGeom>
          <a:noFill/>
          <a:ln w="0">
            <a:noFill/>
          </a:ln>
        </p:spPr>
        <p:txBody>
          <a:bodyPr lIns="0" tIns="45000" rIns="0" bIns="0" anchor="b">
            <a:normAutofit/>
          </a:bodyPr>
          <a:lstStyle/>
          <a:p>
            <a:pPr>
              <a:lnSpc>
                <a:spcPct val="100000"/>
              </a:lnSpc>
            </a:pPr>
            <a:r>
              <a:rPr lang="es-ES" sz="4000" b="0" strike="noStrike" spc="-1">
                <a:solidFill>
                  <a:srgbClr val="04617B"/>
                </a:solidFill>
                <a:latin typeface="Calibri"/>
              </a:rPr>
              <a:t>Selectores básicos</a:t>
            </a:r>
            <a:endParaRPr lang="es-ES" sz="4000" b="0" strike="noStrike" spc="-1">
              <a:solidFill>
                <a:srgbClr val="000000"/>
              </a:solidFill>
              <a:latin typeface="Constantia"/>
            </a:endParaRPr>
          </a:p>
        </p:txBody>
      </p:sp>
      <p:sp>
        <p:nvSpPr>
          <p:cNvPr id="147" name="Marcador de contenido 2"/>
          <p:cNvSpPr txBox="1"/>
          <p:nvPr/>
        </p:nvSpPr>
        <p:spPr>
          <a:xfrm>
            <a:off x="467640" y="1556640"/>
            <a:ext cx="7920360" cy="4968360"/>
          </a:xfrm>
          <a:prstGeom prst="rect">
            <a:avLst/>
          </a:prstGeom>
          <a:noFill/>
          <a:ln w="0">
            <a:noFill/>
          </a:ln>
        </p:spPr>
        <p:txBody>
          <a:bodyPr lIns="90000" tIns="45000" rIns="90000" bIns="45000" anchor="t">
            <a:noAutofit/>
          </a:bodyPr>
          <a:lstStyle/>
          <a:p>
            <a:pPr>
              <a:lnSpc>
                <a:spcPct val="120000"/>
              </a:lnSpc>
              <a:spcAft>
                <a:spcPts val="601"/>
              </a:spcAft>
              <a:tabLst>
                <a:tab pos="0" algn="l"/>
              </a:tabLst>
            </a:pPr>
            <a:r>
              <a:rPr lang="es-ES" sz="2400" b="1" strike="noStrike" spc="-1" dirty="0">
                <a:solidFill>
                  <a:srgbClr val="000000"/>
                </a:solidFill>
                <a:latin typeface="Calibri"/>
              </a:rPr>
              <a:t>Selector de ID</a:t>
            </a:r>
            <a:endParaRPr lang="es-ES" sz="2400" b="0" strike="noStrike" spc="-1" dirty="0">
              <a:solidFill>
                <a:srgbClr val="000000"/>
              </a:solidFill>
              <a:latin typeface="Constantia"/>
            </a:endParaRPr>
          </a:p>
          <a:p>
            <a:pPr marL="630555" lvl="1" indent="-264160" algn="just">
              <a:lnSpc>
                <a:spcPct val="120000"/>
              </a:lnSpc>
              <a:buClr>
                <a:srgbClr val="0B5394"/>
              </a:buClr>
              <a:buSzPct val="85000"/>
              <a:buFont typeface="Wingdings 2" charset="2"/>
              <a:buChar char=""/>
              <a:tabLst>
                <a:tab pos="0" algn="l"/>
              </a:tabLst>
            </a:pPr>
            <a:r>
              <a:rPr lang="es-ES" sz="1700" b="0" strike="noStrike" spc="-1" dirty="0">
                <a:solidFill>
                  <a:srgbClr val="000000"/>
                </a:solidFill>
                <a:latin typeface="Calibri"/>
              </a:rPr>
              <a:t>El selector de ID permite seleccionar un elemento de la página a través del valor de su atributo </a:t>
            </a:r>
            <a:r>
              <a:rPr lang="es-ES" sz="1700" b="1" strike="noStrike" spc="-1" dirty="0">
                <a:solidFill>
                  <a:srgbClr val="000000"/>
                </a:solidFill>
                <a:latin typeface="Calibri"/>
              </a:rPr>
              <a:t>id</a:t>
            </a:r>
            <a:r>
              <a:rPr lang="es-ES" sz="1700" b="0" strike="noStrike" spc="-1" dirty="0">
                <a:solidFill>
                  <a:srgbClr val="000000"/>
                </a:solidFill>
                <a:latin typeface="Calibri"/>
              </a:rPr>
              <a:t>. </a:t>
            </a:r>
            <a:endParaRPr lang="es-ES" sz="1700" b="0" strike="noStrike" spc="-1" dirty="0">
              <a:solidFill>
                <a:srgbClr val="000000"/>
              </a:solidFill>
              <a:latin typeface="Constantia"/>
            </a:endParaRPr>
          </a:p>
          <a:p>
            <a:pPr marL="630555" lvl="1" indent="-264160" algn="just">
              <a:lnSpc>
                <a:spcPct val="120000"/>
              </a:lnSpc>
              <a:buClr>
                <a:srgbClr val="0B5394"/>
              </a:buClr>
              <a:buSzPct val="85000"/>
              <a:buFont typeface="Wingdings 2" charset="2"/>
              <a:buChar char=""/>
              <a:tabLst>
                <a:tab pos="0" algn="l"/>
              </a:tabLst>
            </a:pPr>
            <a:r>
              <a:rPr lang="es-ES" sz="1700" b="0" strike="noStrike" spc="-1" dirty="0">
                <a:solidFill>
                  <a:srgbClr val="000000"/>
                </a:solidFill>
                <a:latin typeface="Calibri"/>
              </a:rPr>
              <a:t>En este caso se utiliza el símbolo almohadilla (</a:t>
            </a:r>
            <a:r>
              <a:rPr lang="es-ES" sz="1700" b="1" strike="noStrike" spc="-1" dirty="0">
                <a:solidFill>
                  <a:srgbClr val="000000"/>
                </a:solidFill>
                <a:latin typeface="Calibri"/>
              </a:rPr>
              <a:t>#</a:t>
            </a:r>
            <a:r>
              <a:rPr lang="es-ES" sz="1700" b="0" strike="noStrike" spc="-1" dirty="0">
                <a:solidFill>
                  <a:srgbClr val="000000"/>
                </a:solidFill>
                <a:latin typeface="Calibri"/>
              </a:rPr>
              <a:t>) en vez del punto (.) como prefijo del nombre de la regla CSS:</a:t>
            </a:r>
            <a:endParaRPr lang="es-ES" sz="1700" b="0" strike="noStrike" spc="-1" dirty="0">
              <a:solidFill>
                <a:srgbClr val="000000"/>
              </a:solidFill>
              <a:latin typeface="Constantia"/>
            </a:endParaRPr>
          </a:p>
          <a:p>
            <a:pPr marL="630555" lvl="1" indent="-264160" algn="just">
              <a:lnSpc>
                <a:spcPct val="120000"/>
              </a:lnSpc>
              <a:buClr>
                <a:srgbClr val="0B5394"/>
              </a:buClr>
              <a:buSzPct val="85000"/>
              <a:buFont typeface="Wingdings 2" charset="2"/>
              <a:buChar char=""/>
            </a:pPr>
            <a:endParaRPr lang="es-ES" sz="1700" b="0" strike="noStrike" spc="-1" dirty="0">
              <a:solidFill>
                <a:srgbClr val="000000"/>
              </a:solidFill>
              <a:latin typeface="Calibri"/>
            </a:endParaRPr>
          </a:p>
          <a:p>
            <a:pPr marL="630555" lvl="1" indent="-264160" algn="just">
              <a:lnSpc>
                <a:spcPct val="120000"/>
              </a:lnSpc>
              <a:buClr>
                <a:srgbClr val="0B5394"/>
              </a:buClr>
              <a:buSzPct val="85000"/>
              <a:buFont typeface="Wingdings 2" charset="2"/>
              <a:buChar char=""/>
            </a:pPr>
            <a:endParaRPr lang="es-ES" sz="1700" b="0" strike="noStrike" spc="-1" dirty="0">
              <a:solidFill>
                <a:srgbClr val="000000"/>
              </a:solidFill>
              <a:latin typeface="Calibri"/>
            </a:endParaRPr>
          </a:p>
          <a:p>
            <a:endParaRPr lang="es-ES" sz="1700" b="0" strike="noStrike" spc="-1">
              <a:solidFill>
                <a:srgbClr val="000000"/>
              </a:solidFill>
              <a:latin typeface="Constantia"/>
            </a:endParaRPr>
          </a:p>
          <a:p>
            <a:endParaRPr lang="es-ES" sz="1700" b="0" strike="noStrike" spc="-1">
              <a:solidFill>
                <a:srgbClr val="000000"/>
              </a:solidFill>
              <a:latin typeface="Constantia"/>
            </a:endParaRPr>
          </a:p>
          <a:p>
            <a:pPr>
              <a:tabLst>
                <a:tab pos="0" algn="l"/>
              </a:tabLst>
            </a:pPr>
            <a:endParaRPr lang="es-ES" sz="1700" spc="-1">
              <a:solidFill>
                <a:srgbClr val="000000"/>
              </a:solidFill>
              <a:latin typeface="Constantia"/>
            </a:endParaRPr>
          </a:p>
          <a:p>
            <a:pPr>
              <a:tabLst>
                <a:tab pos="0" algn="l"/>
              </a:tabLst>
            </a:pPr>
            <a:endParaRPr lang="es-ES" sz="1700" spc="-1">
              <a:solidFill>
                <a:srgbClr val="000000"/>
              </a:solidFill>
              <a:latin typeface="Constantia"/>
            </a:endParaRPr>
          </a:p>
          <a:p>
            <a:pPr marL="640080" algn="just">
              <a:lnSpc>
                <a:spcPct val="100000"/>
              </a:lnSpc>
              <a:spcBef>
                <a:spcPts val="1800"/>
              </a:spcBef>
              <a:spcAft>
                <a:spcPts val="601"/>
              </a:spcAft>
              <a:tabLst>
                <a:tab pos="0" algn="l"/>
              </a:tabLst>
            </a:pPr>
            <a:r>
              <a:rPr lang="es-ES" sz="1700" b="0" strike="noStrike" spc="-1" dirty="0">
                <a:solidFill>
                  <a:srgbClr val="000000"/>
                </a:solidFill>
                <a:latin typeface="Calibri"/>
              </a:rPr>
              <a:t>El valor del atributo id debe ser único en la página HTML, de forma que dos elementos diferentes no pueden tener el mismo valor de id. </a:t>
            </a:r>
            <a:endParaRPr lang="es-ES" sz="1700" b="0" strike="noStrike" spc="-1" dirty="0">
              <a:solidFill>
                <a:srgbClr val="000000"/>
              </a:solidFill>
              <a:latin typeface="Constantia"/>
            </a:endParaRPr>
          </a:p>
          <a:p>
            <a:pPr marL="640080" algn="just">
              <a:lnSpc>
                <a:spcPct val="100000"/>
              </a:lnSpc>
              <a:tabLst>
                <a:tab pos="0" algn="l"/>
              </a:tabLst>
            </a:pPr>
            <a:r>
              <a:rPr lang="es-ES" sz="1700" b="0" strike="noStrike" spc="-1" dirty="0">
                <a:solidFill>
                  <a:srgbClr val="000000"/>
                </a:solidFill>
                <a:latin typeface="Calibri"/>
              </a:rPr>
              <a:t>Sin embargo, el atributo </a:t>
            </a:r>
            <a:r>
              <a:rPr lang="es-ES" sz="1700" b="0" strike="noStrike" spc="-1" dirty="0" err="1">
                <a:solidFill>
                  <a:srgbClr val="000000"/>
                </a:solidFill>
                <a:latin typeface="Calibri"/>
              </a:rPr>
              <a:t>class</a:t>
            </a:r>
            <a:r>
              <a:rPr lang="es-ES" sz="1700" b="0" strike="noStrike" spc="-1" dirty="0">
                <a:solidFill>
                  <a:srgbClr val="000000"/>
                </a:solidFill>
                <a:latin typeface="Calibri"/>
              </a:rPr>
              <a:t> no es obligatorio que sea único, de forma que muchos elementos HTML diferentes pueden compartir el mismo valor para su atributo </a:t>
            </a:r>
            <a:r>
              <a:rPr lang="es-ES" sz="1700" b="0" strike="noStrike" spc="-1" dirty="0" err="1">
                <a:solidFill>
                  <a:srgbClr val="000000"/>
                </a:solidFill>
                <a:latin typeface="Calibri"/>
              </a:rPr>
              <a:t>class</a:t>
            </a:r>
            <a:r>
              <a:rPr lang="es-ES" sz="1700" b="0" strike="noStrike" spc="-1" dirty="0">
                <a:solidFill>
                  <a:srgbClr val="000000"/>
                </a:solidFill>
                <a:latin typeface="Calibri"/>
              </a:rPr>
              <a:t>.</a:t>
            </a:r>
            <a:endParaRPr lang="es-ES" sz="1700" b="0" strike="noStrike" spc="-1" dirty="0">
              <a:solidFill>
                <a:srgbClr val="000000"/>
              </a:solidFill>
              <a:latin typeface="Constantia"/>
            </a:endParaRPr>
          </a:p>
        </p:txBody>
      </p:sp>
      <p:sp>
        <p:nvSpPr>
          <p:cNvPr id="148" name="Marcador de número de diapositiva 4"/>
          <p:cNvSpPr txBox="1"/>
          <p:nvPr/>
        </p:nvSpPr>
        <p:spPr>
          <a:xfrm>
            <a:off x="7924680" y="6356520"/>
            <a:ext cx="761760" cy="364680"/>
          </a:xfrm>
          <a:prstGeom prst="rect">
            <a:avLst/>
          </a:prstGeom>
          <a:noFill/>
          <a:ln w="0">
            <a:noFill/>
          </a:ln>
        </p:spPr>
        <p:txBody>
          <a:bodyPr lIns="0" tIns="0" rIns="0" bIns="0" anchor="b">
            <a:noAutofit/>
          </a:bodyPr>
          <a:lstStyle/>
          <a:p>
            <a:pPr algn="r">
              <a:lnSpc>
                <a:spcPct val="100000"/>
              </a:lnSpc>
            </a:pPr>
            <a:fld id="{DC45691A-AC76-4E89-96F0-52489AD2936C}" type="slidenum">
              <a:rPr lang="es-ES" sz="1200" b="0" strike="noStrike" spc="-1">
                <a:solidFill>
                  <a:srgbClr val="035C75"/>
                </a:solidFill>
                <a:latin typeface="Constantia"/>
              </a:rPr>
              <a:t>12</a:t>
            </a:fld>
            <a:endParaRPr lang="es-ES" sz="1200" b="0" strike="noStrike" spc="-1">
              <a:latin typeface="Times New Roman"/>
            </a:endParaRPr>
          </a:p>
        </p:txBody>
      </p:sp>
      <p:sp>
        <p:nvSpPr>
          <p:cNvPr id="149" name="Text Box 4"/>
          <p:cNvSpPr/>
          <p:nvPr/>
        </p:nvSpPr>
        <p:spPr>
          <a:xfrm>
            <a:off x="1166040" y="3429000"/>
            <a:ext cx="7200360" cy="1582200"/>
          </a:xfrm>
          <a:prstGeom prst="rect">
            <a:avLst/>
          </a:prstGeom>
          <a:solidFill>
            <a:srgbClr val="FFFFFF"/>
          </a:solidFill>
          <a:ln w="3175">
            <a:solidFill>
              <a:srgbClr val="009DD9"/>
            </a:solidFill>
            <a:prstDash val="dash"/>
            <a:round/>
          </a:ln>
        </p:spPr>
        <p:style>
          <a:lnRef idx="2">
            <a:schemeClr val="accent2"/>
          </a:lnRef>
          <a:fillRef idx="1">
            <a:schemeClr val="lt1"/>
          </a:fillRef>
          <a:effectRef idx="0">
            <a:schemeClr val="accent2"/>
          </a:effectRef>
          <a:fontRef idx="minor"/>
        </p:style>
        <p:txBody>
          <a:bodyPr lIns="90000" tIns="45000" rIns="90000" bIns="45000">
            <a:spAutoFit/>
          </a:bodyPr>
          <a:lstStyle/>
          <a:p>
            <a:pPr>
              <a:lnSpc>
                <a:spcPct val="100000"/>
              </a:lnSpc>
              <a:tabLst>
                <a:tab pos="0" algn="l"/>
              </a:tabLst>
            </a:pPr>
            <a:r>
              <a:rPr lang="es-ES" sz="1400" b="0" strike="noStrike" spc="-1">
                <a:solidFill>
                  <a:srgbClr val="000000"/>
                </a:solidFill>
                <a:latin typeface="Courier New"/>
              </a:rPr>
              <a:t>/* Pondrá en rojo el párrafo con id igual a destacado, es decir, el segundo párrafo */</a:t>
            </a:r>
            <a:endParaRPr lang="es-ES" sz="1400" b="0" strike="noStrike" spc="-1">
              <a:latin typeface="Arial"/>
            </a:endParaRPr>
          </a:p>
          <a:p>
            <a:pPr marL="266760" indent="-266400">
              <a:lnSpc>
                <a:spcPct val="100000"/>
              </a:lnSpc>
              <a:tabLst>
                <a:tab pos="0" algn="l"/>
              </a:tabLst>
            </a:pPr>
            <a:r>
              <a:rPr lang="es-ES" sz="1400" b="0" strike="noStrike" spc="-1">
                <a:solidFill>
                  <a:srgbClr val="000000"/>
                </a:solidFill>
                <a:latin typeface="Courier New"/>
              </a:rPr>
              <a:t>#destacado { color: red; } </a:t>
            </a:r>
            <a:endParaRPr lang="es-ES" sz="1400" b="0" strike="noStrike" spc="-1">
              <a:latin typeface="Arial"/>
            </a:endParaRPr>
          </a:p>
          <a:p>
            <a:pPr marL="266760" indent="-266400">
              <a:lnSpc>
                <a:spcPct val="100000"/>
              </a:lnSpc>
              <a:tabLst>
                <a:tab pos="0" algn="l"/>
              </a:tabLst>
            </a:pPr>
            <a:endParaRPr lang="es-ES" sz="1400" b="0" strike="noStrike" spc="-1">
              <a:latin typeface="Arial"/>
            </a:endParaRPr>
          </a:p>
          <a:p>
            <a:pPr marL="266760" indent="-266400">
              <a:lnSpc>
                <a:spcPct val="100000"/>
              </a:lnSpc>
              <a:tabLst>
                <a:tab pos="0" algn="l"/>
              </a:tabLst>
            </a:pPr>
            <a:r>
              <a:rPr lang="es-ES" sz="1400" b="0" strike="noStrike" spc="-1">
                <a:solidFill>
                  <a:srgbClr val="000000"/>
                </a:solidFill>
                <a:latin typeface="Courier New"/>
              </a:rPr>
              <a:t>&lt;p&gt;Primer párrafo&lt;/p&gt;</a:t>
            </a:r>
            <a:endParaRPr lang="es-ES" sz="1400" b="0" strike="noStrike" spc="-1">
              <a:latin typeface="Arial"/>
            </a:endParaRPr>
          </a:p>
          <a:p>
            <a:pPr marL="266760" indent="-266400">
              <a:lnSpc>
                <a:spcPct val="100000"/>
              </a:lnSpc>
              <a:tabLst>
                <a:tab pos="0" algn="l"/>
              </a:tabLst>
            </a:pPr>
            <a:r>
              <a:rPr lang="es-ES" sz="1400" b="0" strike="noStrike" spc="-1">
                <a:solidFill>
                  <a:srgbClr val="000000"/>
                </a:solidFill>
                <a:latin typeface="Courier New"/>
              </a:rPr>
              <a:t>&lt;p id="destacado"&gt;Segundo párrafo&lt;/p&gt;</a:t>
            </a:r>
            <a:endParaRPr lang="es-ES" sz="1400" b="0" strike="noStrike" spc="-1">
              <a:latin typeface="Arial"/>
            </a:endParaRPr>
          </a:p>
          <a:p>
            <a:pPr marL="266760" indent="-266400">
              <a:lnSpc>
                <a:spcPct val="100000"/>
              </a:lnSpc>
              <a:tabLst>
                <a:tab pos="0" algn="l"/>
              </a:tabLst>
            </a:pPr>
            <a:r>
              <a:rPr lang="es-ES" sz="1400" b="0" strike="noStrike" spc="-1">
                <a:solidFill>
                  <a:srgbClr val="000000"/>
                </a:solidFill>
                <a:latin typeface="Courier New"/>
              </a:rPr>
              <a:t>&lt;p&gt;Tercer párrafo&lt;/p&gt;</a:t>
            </a:r>
            <a:endParaRPr lang="es-ES" sz="1400" b="0" strike="noStrike" spc="-1">
              <a:latin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 name="Título 1"/>
          <p:cNvSpPr txBox="1"/>
          <p:nvPr/>
        </p:nvSpPr>
        <p:spPr>
          <a:xfrm>
            <a:off x="457200" y="332640"/>
            <a:ext cx="8506800" cy="1142640"/>
          </a:xfrm>
          <a:prstGeom prst="rect">
            <a:avLst/>
          </a:prstGeom>
          <a:noFill/>
          <a:ln w="0">
            <a:noFill/>
          </a:ln>
        </p:spPr>
        <p:txBody>
          <a:bodyPr lIns="0" tIns="45000" rIns="0" bIns="0" anchor="b">
            <a:normAutofit/>
          </a:bodyPr>
          <a:lstStyle/>
          <a:p>
            <a:pPr>
              <a:lnSpc>
                <a:spcPct val="100000"/>
              </a:lnSpc>
            </a:pPr>
            <a:r>
              <a:rPr lang="es-ES" sz="4000" b="0" strike="noStrike" spc="-1">
                <a:solidFill>
                  <a:srgbClr val="04617B"/>
                </a:solidFill>
                <a:latin typeface="Calibri"/>
              </a:rPr>
              <a:t>Selectores básicos</a:t>
            </a:r>
            <a:endParaRPr lang="es-ES" sz="4000" b="0" strike="noStrike" spc="-1">
              <a:solidFill>
                <a:srgbClr val="000000"/>
              </a:solidFill>
              <a:latin typeface="Constantia"/>
            </a:endParaRPr>
          </a:p>
        </p:txBody>
      </p:sp>
      <p:sp>
        <p:nvSpPr>
          <p:cNvPr id="151" name="Marcador de contenido 2"/>
          <p:cNvSpPr txBox="1"/>
          <p:nvPr/>
        </p:nvSpPr>
        <p:spPr>
          <a:xfrm>
            <a:off x="467640" y="1556640"/>
            <a:ext cx="7920360" cy="4968360"/>
          </a:xfrm>
          <a:prstGeom prst="rect">
            <a:avLst/>
          </a:prstGeom>
          <a:noFill/>
          <a:ln w="0">
            <a:noFill/>
          </a:ln>
        </p:spPr>
        <p:txBody>
          <a:bodyPr lIns="90000" tIns="45000" rIns="90000" bIns="45000">
            <a:noAutofit/>
          </a:bodyPr>
          <a:lstStyle/>
          <a:p>
            <a:pPr>
              <a:lnSpc>
                <a:spcPct val="120000"/>
              </a:lnSpc>
              <a:spcAft>
                <a:spcPts val="601"/>
              </a:spcAft>
              <a:tabLst>
                <a:tab pos="0" algn="l"/>
              </a:tabLst>
            </a:pPr>
            <a:r>
              <a:rPr lang="es-ES" sz="2400" b="1" strike="noStrike" spc="-1">
                <a:solidFill>
                  <a:srgbClr val="000000"/>
                </a:solidFill>
                <a:latin typeface="Calibri"/>
              </a:rPr>
              <a:t>Selector de ID</a:t>
            </a:r>
            <a:endParaRPr lang="es-ES" sz="2400" b="0" strike="noStrike" spc="-1">
              <a:solidFill>
                <a:srgbClr val="000000"/>
              </a:solidFill>
              <a:latin typeface="Constantia"/>
            </a:endParaRPr>
          </a:p>
          <a:p>
            <a:pPr marL="630720" lvl="1" indent="-264600" algn="just">
              <a:lnSpc>
                <a:spcPct val="100000"/>
              </a:lnSpc>
              <a:spcAft>
                <a:spcPts val="601"/>
              </a:spcAft>
              <a:buClr>
                <a:srgbClr val="0B5394"/>
              </a:buClr>
              <a:buSzPct val="85000"/>
              <a:buFont typeface="Wingdings 2" charset="2"/>
              <a:buChar char=""/>
              <a:tabLst>
                <a:tab pos="0" algn="l"/>
              </a:tabLst>
            </a:pPr>
            <a:r>
              <a:rPr lang="es-ES" sz="1700" b="0" strike="noStrike" spc="-1">
                <a:solidFill>
                  <a:srgbClr val="000000"/>
                </a:solidFill>
                <a:latin typeface="Calibri"/>
              </a:rPr>
              <a:t>No debe confundirse el selector de ID con los selectores descendentes ni con la agrupación de selectores. Sus sintaxis son muy parecidas pero sus significados muy diferentes.</a:t>
            </a:r>
            <a:endParaRPr lang="es-ES" sz="1700" b="0" strike="noStrike" spc="-1">
              <a:solidFill>
                <a:srgbClr val="000000"/>
              </a:solidFill>
              <a:latin typeface="Constantia"/>
            </a:endParaRPr>
          </a:p>
          <a:p>
            <a:endParaRPr lang="es-ES" sz="1700" b="0" strike="noStrike" spc="-1">
              <a:solidFill>
                <a:srgbClr val="000000"/>
              </a:solidFill>
              <a:latin typeface="Constantia"/>
            </a:endParaRPr>
          </a:p>
          <a:p>
            <a:pPr marL="365760" algn="just">
              <a:lnSpc>
                <a:spcPct val="120000"/>
              </a:lnSpc>
              <a:spcAft>
                <a:spcPts val="601"/>
              </a:spcAft>
              <a:tabLst>
                <a:tab pos="0" algn="l"/>
              </a:tabLst>
            </a:pPr>
            <a:endParaRPr lang="es-ES" sz="1700" b="0" strike="noStrike" spc="-1">
              <a:solidFill>
                <a:srgbClr val="000000"/>
              </a:solidFill>
              <a:latin typeface="Constantia"/>
            </a:endParaRPr>
          </a:p>
          <a:p>
            <a:endParaRPr lang="es-ES" sz="1700" b="0" strike="noStrike" spc="-1">
              <a:solidFill>
                <a:srgbClr val="000000"/>
              </a:solidFill>
              <a:latin typeface="Constantia"/>
            </a:endParaRPr>
          </a:p>
          <a:p>
            <a:endParaRPr lang="es-ES" sz="1700" b="0" strike="noStrike" spc="-1">
              <a:solidFill>
                <a:srgbClr val="000000"/>
              </a:solidFill>
              <a:latin typeface="Constantia"/>
            </a:endParaRPr>
          </a:p>
          <a:p>
            <a:endParaRPr lang="es-ES" sz="1700" b="0" strike="noStrike" spc="-1">
              <a:solidFill>
                <a:srgbClr val="000000"/>
              </a:solidFill>
              <a:latin typeface="Constantia"/>
            </a:endParaRPr>
          </a:p>
          <a:p>
            <a:endParaRPr lang="es-ES" sz="1700" b="0" strike="noStrike" spc="-1">
              <a:solidFill>
                <a:srgbClr val="000000"/>
              </a:solidFill>
              <a:latin typeface="Constantia"/>
            </a:endParaRPr>
          </a:p>
          <a:p>
            <a:endParaRPr lang="es-ES" sz="1700" b="0" strike="noStrike" spc="-1">
              <a:solidFill>
                <a:srgbClr val="000000"/>
              </a:solidFill>
              <a:latin typeface="Constantia"/>
            </a:endParaRPr>
          </a:p>
          <a:p>
            <a:endParaRPr lang="es-ES" sz="1700" b="0" strike="noStrike" spc="-1">
              <a:solidFill>
                <a:srgbClr val="000000"/>
              </a:solidFill>
              <a:latin typeface="Constantia"/>
            </a:endParaRPr>
          </a:p>
        </p:txBody>
      </p:sp>
      <p:sp>
        <p:nvSpPr>
          <p:cNvPr id="152" name="Marcador de número de diapositiva 4"/>
          <p:cNvSpPr txBox="1"/>
          <p:nvPr/>
        </p:nvSpPr>
        <p:spPr>
          <a:xfrm>
            <a:off x="7924680" y="6356520"/>
            <a:ext cx="761760" cy="364680"/>
          </a:xfrm>
          <a:prstGeom prst="rect">
            <a:avLst/>
          </a:prstGeom>
          <a:noFill/>
          <a:ln w="0">
            <a:noFill/>
          </a:ln>
        </p:spPr>
        <p:txBody>
          <a:bodyPr lIns="0" tIns="0" rIns="0" bIns="0" anchor="b">
            <a:noAutofit/>
          </a:bodyPr>
          <a:lstStyle/>
          <a:p>
            <a:pPr algn="r">
              <a:lnSpc>
                <a:spcPct val="100000"/>
              </a:lnSpc>
            </a:pPr>
            <a:fld id="{B7E4BB1B-F411-44E2-A02E-47F52A3F6A16}" type="slidenum">
              <a:rPr lang="es-ES" sz="1200" b="0" strike="noStrike" spc="-1">
                <a:solidFill>
                  <a:srgbClr val="035C75"/>
                </a:solidFill>
                <a:latin typeface="Constantia"/>
              </a:rPr>
              <a:t>13</a:t>
            </a:fld>
            <a:endParaRPr lang="es-ES" sz="1200" b="0" strike="noStrike" spc="-1">
              <a:latin typeface="Times New Roman"/>
            </a:endParaRPr>
          </a:p>
        </p:txBody>
      </p:sp>
      <p:sp>
        <p:nvSpPr>
          <p:cNvPr id="153" name="Text Box 4"/>
          <p:cNvSpPr/>
          <p:nvPr/>
        </p:nvSpPr>
        <p:spPr>
          <a:xfrm>
            <a:off x="1067400" y="2990160"/>
            <a:ext cx="7464600" cy="3558240"/>
          </a:xfrm>
          <a:prstGeom prst="rect">
            <a:avLst/>
          </a:prstGeom>
          <a:solidFill>
            <a:srgbClr val="FFFFFF"/>
          </a:solidFill>
          <a:ln w="3175">
            <a:solidFill>
              <a:srgbClr val="009DD9"/>
            </a:solidFill>
            <a:prstDash val="dash"/>
            <a:round/>
          </a:ln>
        </p:spPr>
        <p:style>
          <a:lnRef idx="2">
            <a:schemeClr val="accent2"/>
          </a:lnRef>
          <a:fillRef idx="1">
            <a:schemeClr val="lt1"/>
          </a:fillRef>
          <a:effectRef idx="0">
            <a:schemeClr val="accent2"/>
          </a:effectRef>
          <a:fontRef idx="minor"/>
        </p:style>
        <p:txBody>
          <a:bodyPr lIns="90000" tIns="45000" rIns="90000" bIns="45000">
            <a:spAutoFit/>
          </a:bodyPr>
          <a:lstStyle/>
          <a:p>
            <a:pPr>
              <a:lnSpc>
                <a:spcPct val="100000"/>
              </a:lnSpc>
              <a:tabLst>
                <a:tab pos="0" algn="l"/>
              </a:tabLst>
            </a:pPr>
            <a:r>
              <a:rPr lang="es-ES" sz="1200" b="0" strike="noStrike" spc="-1">
                <a:solidFill>
                  <a:srgbClr val="000000"/>
                </a:solidFill>
                <a:latin typeface="Courier New"/>
              </a:rPr>
              <a:t>/* </a:t>
            </a:r>
            <a:r>
              <a:rPr lang="es-ES" sz="1200" b="1" strike="noStrike" spc="-1">
                <a:solidFill>
                  <a:srgbClr val="000000"/>
                </a:solidFill>
                <a:latin typeface="Courier New"/>
              </a:rPr>
              <a:t>Selector de id: </a:t>
            </a:r>
            <a:r>
              <a:rPr lang="es-ES" sz="1200" b="0" strike="noStrike" spc="-1">
                <a:solidFill>
                  <a:srgbClr val="000000"/>
                </a:solidFill>
                <a:latin typeface="Courier New"/>
              </a:rPr>
              <a:t>pone en rojo el elemento &lt;p&gt; con atributo id="aviso"*/</a:t>
            </a:r>
            <a:endParaRPr lang="es-ES" sz="1200" b="0" strike="noStrike" spc="-1">
              <a:latin typeface="Arial"/>
            </a:endParaRPr>
          </a:p>
          <a:p>
            <a:pPr marL="266760" indent="-266400">
              <a:lnSpc>
                <a:spcPct val="100000"/>
              </a:lnSpc>
              <a:tabLst>
                <a:tab pos="0" algn="l"/>
              </a:tabLst>
            </a:pPr>
            <a:endParaRPr lang="es-ES" sz="1200" b="0" strike="noStrike" spc="-1">
              <a:latin typeface="Arial"/>
            </a:endParaRPr>
          </a:p>
          <a:p>
            <a:pPr marL="266760" indent="-266400">
              <a:lnSpc>
                <a:spcPct val="100000"/>
              </a:lnSpc>
              <a:tabLst>
                <a:tab pos="0" algn="l"/>
              </a:tabLst>
            </a:pPr>
            <a:r>
              <a:rPr lang="es-ES" sz="1200" b="0" strike="noStrike" spc="-1">
                <a:solidFill>
                  <a:srgbClr val="000000"/>
                </a:solidFill>
                <a:latin typeface="Courier New"/>
              </a:rPr>
              <a:t>p#aviso { </a:t>
            </a:r>
            <a:endParaRPr lang="es-ES" sz="1200" b="0" strike="noStrike" spc="-1">
              <a:latin typeface="Arial"/>
            </a:endParaRPr>
          </a:p>
          <a:p>
            <a:pPr marL="355680">
              <a:lnSpc>
                <a:spcPct val="100000"/>
              </a:lnSpc>
              <a:tabLst>
                <a:tab pos="0" algn="l"/>
              </a:tabLst>
            </a:pPr>
            <a:r>
              <a:rPr lang="es-ES" sz="1200" b="0" strike="noStrike" spc="-1">
                <a:solidFill>
                  <a:srgbClr val="000000"/>
                </a:solidFill>
                <a:latin typeface="Courier New"/>
              </a:rPr>
              <a:t>color:red;</a:t>
            </a:r>
            <a:endParaRPr lang="es-ES" sz="1200" b="0" strike="noStrike" spc="-1">
              <a:latin typeface="Arial"/>
            </a:endParaRPr>
          </a:p>
          <a:p>
            <a:pPr marL="266760" indent="-266400">
              <a:lnSpc>
                <a:spcPct val="100000"/>
              </a:lnSpc>
              <a:tabLst>
                <a:tab pos="0" algn="l"/>
              </a:tabLst>
            </a:pPr>
            <a:r>
              <a:rPr lang="es-ES" sz="1200" b="0" strike="noStrike" spc="-1">
                <a:solidFill>
                  <a:srgbClr val="000000"/>
                </a:solidFill>
                <a:latin typeface="Courier New"/>
              </a:rPr>
              <a:t>}</a:t>
            </a:r>
            <a:endParaRPr lang="es-ES" sz="1200" b="0" strike="noStrike" spc="-1">
              <a:latin typeface="Arial"/>
            </a:endParaRPr>
          </a:p>
          <a:p>
            <a:pPr marL="266760" indent="-266400">
              <a:lnSpc>
                <a:spcPct val="100000"/>
              </a:lnSpc>
              <a:tabLst>
                <a:tab pos="0" algn="l"/>
              </a:tabLst>
            </a:pPr>
            <a:endParaRPr lang="es-ES" sz="1200" b="0" strike="noStrike" spc="-1">
              <a:latin typeface="Arial"/>
            </a:endParaRPr>
          </a:p>
          <a:p>
            <a:pPr>
              <a:lnSpc>
                <a:spcPct val="100000"/>
              </a:lnSpc>
              <a:tabLst>
                <a:tab pos="0" algn="l"/>
              </a:tabLst>
            </a:pPr>
            <a:r>
              <a:rPr lang="es-ES" sz="1200" b="0" strike="noStrike" spc="-1">
                <a:solidFill>
                  <a:srgbClr val="000000"/>
                </a:solidFill>
                <a:latin typeface="Courier New"/>
              </a:rPr>
              <a:t>/* </a:t>
            </a:r>
            <a:r>
              <a:rPr lang="es-ES" sz="1200" b="1" strike="noStrike" spc="-1">
                <a:solidFill>
                  <a:srgbClr val="000000"/>
                </a:solidFill>
                <a:latin typeface="Courier New"/>
              </a:rPr>
              <a:t>Selector descendente: </a:t>
            </a:r>
            <a:r>
              <a:rPr lang="es-ES" sz="1200" b="0" strike="noStrike" spc="-1">
                <a:solidFill>
                  <a:srgbClr val="000000"/>
                </a:solidFill>
                <a:latin typeface="Courier New"/>
              </a:rPr>
              <a:t>pone en rojo el elemento con atributo id="aviso" que estén dentro de cualquier elemento &lt;p&gt; */</a:t>
            </a:r>
            <a:endParaRPr lang="es-ES" sz="1200" b="0" strike="noStrike" spc="-1">
              <a:latin typeface="Arial"/>
            </a:endParaRPr>
          </a:p>
          <a:p>
            <a:pPr marL="266760" indent="-266400">
              <a:lnSpc>
                <a:spcPct val="100000"/>
              </a:lnSpc>
              <a:tabLst>
                <a:tab pos="0" algn="l"/>
              </a:tabLst>
            </a:pPr>
            <a:endParaRPr lang="es-ES" sz="1200" b="0" strike="noStrike" spc="-1">
              <a:latin typeface="Arial"/>
            </a:endParaRPr>
          </a:p>
          <a:p>
            <a:pPr marL="266760" indent="-266400">
              <a:lnSpc>
                <a:spcPct val="100000"/>
              </a:lnSpc>
              <a:tabLst>
                <a:tab pos="0" algn="l"/>
              </a:tabLst>
            </a:pPr>
            <a:r>
              <a:rPr lang="es-ES" sz="1200" b="0" strike="noStrike" spc="-1">
                <a:solidFill>
                  <a:srgbClr val="000000"/>
                </a:solidFill>
                <a:latin typeface="Courier New"/>
              </a:rPr>
              <a:t>p #aviso { </a:t>
            </a:r>
            <a:endParaRPr lang="es-ES" sz="1200" b="0" strike="noStrike" spc="-1">
              <a:latin typeface="Arial"/>
            </a:endParaRPr>
          </a:p>
          <a:p>
            <a:pPr marL="355680">
              <a:lnSpc>
                <a:spcPct val="100000"/>
              </a:lnSpc>
              <a:tabLst>
                <a:tab pos="0" algn="l"/>
              </a:tabLst>
            </a:pPr>
            <a:r>
              <a:rPr lang="es-ES" sz="1200" b="0" strike="noStrike" spc="-1">
                <a:solidFill>
                  <a:srgbClr val="000000"/>
                </a:solidFill>
                <a:latin typeface="Courier New"/>
              </a:rPr>
              <a:t>color:red;</a:t>
            </a:r>
            <a:endParaRPr lang="es-ES" sz="1200" b="0" strike="noStrike" spc="-1">
              <a:latin typeface="Arial"/>
            </a:endParaRPr>
          </a:p>
          <a:p>
            <a:pPr marL="266760" indent="-266400">
              <a:lnSpc>
                <a:spcPct val="100000"/>
              </a:lnSpc>
              <a:tabLst>
                <a:tab pos="0" algn="l"/>
              </a:tabLst>
            </a:pPr>
            <a:r>
              <a:rPr lang="es-ES" sz="1200" b="0" strike="noStrike" spc="-1">
                <a:solidFill>
                  <a:srgbClr val="000000"/>
                </a:solidFill>
                <a:latin typeface="Courier New"/>
              </a:rPr>
              <a:t>}</a:t>
            </a:r>
            <a:endParaRPr lang="es-ES" sz="1200" b="0" strike="noStrike" spc="-1">
              <a:latin typeface="Arial"/>
            </a:endParaRPr>
          </a:p>
          <a:p>
            <a:pPr marL="266760" indent="-266400">
              <a:lnSpc>
                <a:spcPct val="100000"/>
              </a:lnSpc>
              <a:tabLst>
                <a:tab pos="0" algn="l"/>
              </a:tabLst>
            </a:pPr>
            <a:endParaRPr lang="es-ES" sz="1200" b="0" strike="noStrike" spc="-1">
              <a:latin typeface="Arial"/>
            </a:endParaRPr>
          </a:p>
          <a:p>
            <a:pPr>
              <a:lnSpc>
                <a:spcPct val="100000"/>
              </a:lnSpc>
              <a:tabLst>
                <a:tab pos="0" algn="l"/>
              </a:tabLst>
            </a:pPr>
            <a:r>
              <a:rPr lang="es-ES" sz="1200" b="0" strike="noStrike" spc="-1">
                <a:solidFill>
                  <a:srgbClr val="000000"/>
                </a:solidFill>
                <a:latin typeface="Courier New"/>
              </a:rPr>
              <a:t>/* </a:t>
            </a:r>
            <a:r>
              <a:rPr lang="es-ES" sz="1200" b="1" strike="noStrike" spc="-1">
                <a:solidFill>
                  <a:srgbClr val="000000"/>
                </a:solidFill>
                <a:latin typeface="Courier New"/>
              </a:rPr>
              <a:t>Agrupacion de selectores: </a:t>
            </a:r>
            <a:r>
              <a:rPr lang="es-ES" sz="1200" b="0" strike="noStrike" spc="-1">
                <a:solidFill>
                  <a:srgbClr val="000000"/>
                </a:solidFill>
                <a:latin typeface="Courier New"/>
              </a:rPr>
              <a:t>pone en rojo todos los elementos &lt;p&gt; de la página y el elemento con atributo id="aviso" de la página */</a:t>
            </a:r>
            <a:endParaRPr lang="es-ES" sz="1200" b="0" strike="noStrike" spc="-1">
              <a:latin typeface="Arial"/>
            </a:endParaRPr>
          </a:p>
          <a:p>
            <a:pPr marL="266760" indent="-266400">
              <a:lnSpc>
                <a:spcPct val="100000"/>
              </a:lnSpc>
              <a:tabLst>
                <a:tab pos="0" algn="l"/>
              </a:tabLst>
            </a:pPr>
            <a:endParaRPr lang="es-ES" sz="1200" b="0" strike="noStrike" spc="-1">
              <a:latin typeface="Arial"/>
            </a:endParaRPr>
          </a:p>
          <a:p>
            <a:pPr marL="266760" indent="-266400">
              <a:lnSpc>
                <a:spcPct val="100000"/>
              </a:lnSpc>
              <a:tabLst>
                <a:tab pos="0" algn="l"/>
              </a:tabLst>
            </a:pPr>
            <a:r>
              <a:rPr lang="es-ES" sz="1200" b="0" strike="noStrike" spc="-1">
                <a:solidFill>
                  <a:srgbClr val="000000"/>
                </a:solidFill>
                <a:latin typeface="Courier New"/>
              </a:rPr>
              <a:t>p, #aviso { </a:t>
            </a:r>
            <a:endParaRPr lang="es-ES" sz="1200" b="0" strike="noStrike" spc="-1">
              <a:latin typeface="Arial"/>
            </a:endParaRPr>
          </a:p>
          <a:p>
            <a:pPr marL="355680">
              <a:lnSpc>
                <a:spcPct val="100000"/>
              </a:lnSpc>
              <a:tabLst>
                <a:tab pos="0" algn="l"/>
              </a:tabLst>
            </a:pPr>
            <a:r>
              <a:rPr lang="es-ES" sz="1200" b="0" strike="noStrike" spc="-1">
                <a:solidFill>
                  <a:srgbClr val="000000"/>
                </a:solidFill>
                <a:latin typeface="Courier New"/>
              </a:rPr>
              <a:t>color:red;</a:t>
            </a:r>
            <a:endParaRPr lang="es-ES" sz="1200" b="0" strike="noStrike" spc="-1">
              <a:latin typeface="Arial"/>
            </a:endParaRPr>
          </a:p>
          <a:p>
            <a:pPr marL="266760" indent="-266400">
              <a:lnSpc>
                <a:spcPct val="100000"/>
              </a:lnSpc>
              <a:tabLst>
                <a:tab pos="0" algn="l"/>
              </a:tabLst>
            </a:pPr>
            <a:r>
              <a:rPr lang="es-ES" sz="1200" b="0" strike="noStrike" spc="-1">
                <a:solidFill>
                  <a:srgbClr val="000000"/>
                </a:solidFill>
                <a:latin typeface="Courier New"/>
              </a:rPr>
              <a:t>}</a:t>
            </a:r>
            <a:endParaRPr lang="es-ES" sz="1200" b="0" strike="noStrike" spc="-1">
              <a:latin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 name="Título 1"/>
          <p:cNvSpPr txBox="1"/>
          <p:nvPr/>
        </p:nvSpPr>
        <p:spPr>
          <a:xfrm>
            <a:off x="457200" y="332640"/>
            <a:ext cx="8506800" cy="1142640"/>
          </a:xfrm>
          <a:prstGeom prst="rect">
            <a:avLst/>
          </a:prstGeom>
          <a:noFill/>
          <a:ln w="0">
            <a:noFill/>
          </a:ln>
        </p:spPr>
        <p:txBody>
          <a:bodyPr lIns="0" tIns="45000" rIns="0" bIns="0" anchor="b">
            <a:normAutofit/>
          </a:bodyPr>
          <a:lstStyle/>
          <a:p>
            <a:pPr>
              <a:lnSpc>
                <a:spcPct val="100000"/>
              </a:lnSpc>
            </a:pPr>
            <a:r>
              <a:rPr lang="es-ES" sz="4000" b="0" strike="noStrike" spc="-1">
                <a:solidFill>
                  <a:srgbClr val="04617B"/>
                </a:solidFill>
                <a:latin typeface="Calibri"/>
              </a:rPr>
              <a:t>Selectores avanzados</a:t>
            </a:r>
            <a:endParaRPr lang="es-ES" sz="4000" b="0" strike="noStrike" spc="-1">
              <a:solidFill>
                <a:srgbClr val="000000"/>
              </a:solidFill>
              <a:latin typeface="Constantia"/>
            </a:endParaRPr>
          </a:p>
        </p:txBody>
      </p:sp>
      <p:sp>
        <p:nvSpPr>
          <p:cNvPr id="155" name="Marcador de contenido 2"/>
          <p:cNvSpPr txBox="1"/>
          <p:nvPr/>
        </p:nvSpPr>
        <p:spPr>
          <a:xfrm>
            <a:off x="467640" y="1556640"/>
            <a:ext cx="7920360" cy="4968360"/>
          </a:xfrm>
          <a:prstGeom prst="rect">
            <a:avLst/>
          </a:prstGeom>
          <a:noFill/>
          <a:ln w="0">
            <a:noFill/>
          </a:ln>
        </p:spPr>
        <p:txBody>
          <a:bodyPr lIns="90000" tIns="45000" rIns="90000" bIns="45000">
            <a:noAutofit/>
          </a:bodyPr>
          <a:lstStyle/>
          <a:p>
            <a:pPr>
              <a:lnSpc>
                <a:spcPct val="120000"/>
              </a:lnSpc>
              <a:spcAft>
                <a:spcPts val="601"/>
              </a:spcAft>
              <a:tabLst>
                <a:tab pos="0" algn="l"/>
              </a:tabLst>
            </a:pPr>
            <a:r>
              <a:rPr lang="es-ES" sz="2400" b="1" strike="noStrike" spc="-1">
                <a:solidFill>
                  <a:srgbClr val="000000"/>
                </a:solidFill>
                <a:latin typeface="Calibri"/>
              </a:rPr>
              <a:t>Combinación de selectores básicos</a:t>
            </a:r>
            <a:endParaRPr lang="es-ES" sz="2400" b="0" strike="noStrike" spc="-1">
              <a:solidFill>
                <a:srgbClr val="000000"/>
              </a:solidFill>
              <a:latin typeface="Constantia"/>
            </a:endParaRPr>
          </a:p>
          <a:p>
            <a:pPr marL="630720" lvl="1" indent="-264600" algn="just">
              <a:lnSpc>
                <a:spcPct val="120000"/>
              </a:lnSpc>
              <a:buClr>
                <a:srgbClr val="0B5394"/>
              </a:buClr>
              <a:buSzPct val="85000"/>
              <a:buFont typeface="Wingdings 2" charset="2"/>
              <a:buChar char=""/>
              <a:tabLst>
                <a:tab pos="0" algn="l"/>
              </a:tabLst>
            </a:pPr>
            <a:r>
              <a:rPr lang="es-ES" sz="1700" b="0" strike="noStrike" spc="-1">
                <a:solidFill>
                  <a:srgbClr val="000000"/>
                </a:solidFill>
                <a:latin typeface="Calibri"/>
              </a:rPr>
              <a:t>Selecciona aquellos elementos con un class="</a:t>
            </a:r>
            <a:r>
              <a:rPr lang="es-ES" sz="1700" b="0" i="1" strike="noStrike" spc="-1">
                <a:solidFill>
                  <a:srgbClr val="000000"/>
                </a:solidFill>
                <a:latin typeface="Calibri"/>
              </a:rPr>
              <a:t>especial</a:t>
            </a:r>
            <a:r>
              <a:rPr lang="es-ES" sz="1700" b="0" strike="noStrike" spc="-1">
                <a:solidFill>
                  <a:srgbClr val="000000"/>
                </a:solidFill>
                <a:latin typeface="Calibri"/>
              </a:rPr>
              <a:t>" que se encuentren dentro de cualquier elemento con un class="</a:t>
            </a:r>
            <a:r>
              <a:rPr lang="es-ES" sz="1700" b="0" i="1" strike="noStrike" spc="-1">
                <a:solidFill>
                  <a:srgbClr val="000000"/>
                </a:solidFill>
                <a:latin typeface="Calibri"/>
              </a:rPr>
              <a:t>aviso</a:t>
            </a:r>
            <a:r>
              <a:rPr lang="es-ES" sz="1700" b="0" strike="noStrike" spc="-1">
                <a:solidFill>
                  <a:srgbClr val="000000"/>
                </a:solidFill>
                <a:latin typeface="Calibri"/>
              </a:rPr>
              <a:t>".</a:t>
            </a:r>
            <a:endParaRPr lang="es-ES" sz="1700" b="0" strike="noStrike" spc="-1">
              <a:solidFill>
                <a:srgbClr val="000000"/>
              </a:solidFill>
              <a:latin typeface="Constantia"/>
            </a:endParaRPr>
          </a:p>
          <a:p>
            <a:endParaRPr lang="es-ES" sz="1700" b="0" strike="noStrike" spc="-1">
              <a:solidFill>
                <a:srgbClr val="000000"/>
              </a:solidFill>
              <a:latin typeface="Constantia"/>
            </a:endParaRPr>
          </a:p>
          <a:p>
            <a:pPr marL="630720" lvl="1" indent="-264600" algn="just">
              <a:lnSpc>
                <a:spcPct val="120000"/>
              </a:lnSpc>
              <a:spcBef>
                <a:spcPts val="1199"/>
              </a:spcBef>
              <a:buClr>
                <a:srgbClr val="0B5394"/>
              </a:buClr>
              <a:buSzPct val="85000"/>
              <a:buFont typeface="Wingdings 2" charset="2"/>
              <a:buChar char=""/>
              <a:tabLst>
                <a:tab pos="0" algn="l"/>
              </a:tabLst>
            </a:pPr>
            <a:r>
              <a:rPr lang="es-ES" sz="1700" b="0" strike="noStrike" spc="-1">
                <a:solidFill>
                  <a:srgbClr val="000000"/>
                </a:solidFill>
                <a:latin typeface="Calibri"/>
              </a:rPr>
              <a:t>Selecciona aquellos elementos de tipo &lt;span&gt; con un atributo class="</a:t>
            </a:r>
            <a:r>
              <a:rPr lang="es-ES" sz="1700" b="0" i="1" strike="noStrike" spc="-1">
                <a:solidFill>
                  <a:srgbClr val="000000"/>
                </a:solidFill>
                <a:latin typeface="Calibri"/>
              </a:rPr>
              <a:t>especial</a:t>
            </a:r>
            <a:r>
              <a:rPr lang="es-ES" sz="1700" b="0" strike="noStrike" spc="-1">
                <a:solidFill>
                  <a:srgbClr val="000000"/>
                </a:solidFill>
                <a:latin typeface="Calibri"/>
              </a:rPr>
              <a:t>" que estén dentro de cualquier elemento de tipo &lt;div&gt; que tenga un atributo class="</a:t>
            </a:r>
            <a:r>
              <a:rPr lang="es-ES" sz="1700" b="0" i="1" strike="noStrike" spc="-1">
                <a:solidFill>
                  <a:srgbClr val="000000"/>
                </a:solidFill>
                <a:latin typeface="Calibri"/>
              </a:rPr>
              <a:t>aviso</a:t>
            </a:r>
            <a:r>
              <a:rPr lang="es-ES" sz="1700" b="0" strike="noStrike" spc="-1">
                <a:solidFill>
                  <a:srgbClr val="000000"/>
                </a:solidFill>
                <a:latin typeface="Constantia"/>
              </a:rPr>
              <a:t>"</a:t>
            </a:r>
            <a:r>
              <a:rPr lang="es-ES" sz="1700" b="0" strike="noStrike" spc="-1">
                <a:solidFill>
                  <a:srgbClr val="000000"/>
                </a:solidFill>
                <a:latin typeface="Calibri"/>
              </a:rPr>
              <a:t>.</a:t>
            </a:r>
            <a:endParaRPr lang="es-ES" sz="1700" b="0" strike="noStrike" spc="-1">
              <a:solidFill>
                <a:srgbClr val="000000"/>
              </a:solidFill>
              <a:latin typeface="Constantia"/>
            </a:endParaRPr>
          </a:p>
          <a:p>
            <a:endParaRPr lang="es-ES" sz="1700" b="0" strike="noStrike" spc="-1">
              <a:solidFill>
                <a:srgbClr val="000000"/>
              </a:solidFill>
              <a:latin typeface="Constantia"/>
            </a:endParaRPr>
          </a:p>
          <a:p>
            <a:pPr marL="630720" lvl="1" indent="-264600" algn="just">
              <a:lnSpc>
                <a:spcPct val="120000"/>
              </a:lnSpc>
              <a:spcBef>
                <a:spcPts val="1199"/>
              </a:spcBef>
              <a:buClr>
                <a:srgbClr val="0B5394"/>
              </a:buClr>
              <a:buSzPct val="85000"/>
              <a:buFont typeface="Wingdings 2" charset="2"/>
              <a:buChar char=""/>
              <a:tabLst>
                <a:tab pos="0" algn="l"/>
              </a:tabLst>
            </a:pPr>
            <a:r>
              <a:rPr lang="es-ES" sz="1700" b="0" strike="noStrike" spc="-1">
                <a:solidFill>
                  <a:srgbClr val="000000"/>
                </a:solidFill>
                <a:latin typeface="Calibri"/>
              </a:rPr>
              <a:t>Selecciona el enlace con un atributo id igual a </a:t>
            </a:r>
            <a:r>
              <a:rPr lang="es-ES" sz="1700" b="0" strike="noStrike" spc="-1">
                <a:solidFill>
                  <a:srgbClr val="000000"/>
                </a:solidFill>
                <a:latin typeface="Constantia"/>
              </a:rPr>
              <a:t>"</a:t>
            </a:r>
            <a:r>
              <a:rPr lang="es-ES" sz="1700" b="0" i="1" strike="noStrike" spc="-1">
                <a:solidFill>
                  <a:srgbClr val="000000"/>
                </a:solidFill>
                <a:latin typeface="Calibri"/>
              </a:rPr>
              <a:t>inicio</a:t>
            </a:r>
            <a:r>
              <a:rPr lang="es-ES" sz="1700" b="0" strike="noStrike" spc="-1">
                <a:solidFill>
                  <a:srgbClr val="000000"/>
                </a:solidFill>
                <a:latin typeface="Constantia"/>
              </a:rPr>
              <a:t>"</a:t>
            </a:r>
            <a:r>
              <a:rPr lang="es-ES" sz="1700" b="0" strike="noStrike" spc="-1">
                <a:solidFill>
                  <a:srgbClr val="000000"/>
                </a:solidFill>
                <a:latin typeface="Calibri"/>
              </a:rPr>
              <a:t> que se encuentra dentro de un elemento de tipo &lt;li&gt; con un atributo class=</a:t>
            </a:r>
            <a:r>
              <a:rPr lang="es-ES" sz="1700" b="0" strike="noStrike" spc="-1">
                <a:solidFill>
                  <a:srgbClr val="000000"/>
                </a:solidFill>
                <a:latin typeface="Constantia"/>
              </a:rPr>
              <a:t>"</a:t>
            </a:r>
            <a:r>
              <a:rPr lang="es-ES" sz="1700" b="0" i="1" strike="noStrike" spc="-1">
                <a:solidFill>
                  <a:srgbClr val="000000"/>
                </a:solidFill>
                <a:latin typeface="Calibri"/>
              </a:rPr>
              <a:t>destacado</a:t>
            </a:r>
            <a:r>
              <a:rPr lang="es-ES" sz="1700" b="0" strike="noStrike" spc="-1">
                <a:solidFill>
                  <a:srgbClr val="000000"/>
                </a:solidFill>
                <a:latin typeface="Constantia"/>
              </a:rPr>
              <a:t>"</a:t>
            </a:r>
            <a:r>
              <a:rPr lang="es-ES" sz="1700" b="0" strike="noStrike" spc="-1">
                <a:solidFill>
                  <a:srgbClr val="000000"/>
                </a:solidFill>
                <a:latin typeface="Calibri"/>
              </a:rPr>
              <a:t>, que forma parte de una lista &lt;ul&gt; con un atributo id=</a:t>
            </a:r>
            <a:r>
              <a:rPr lang="es-ES" sz="1700" b="0" strike="noStrike" spc="-1">
                <a:solidFill>
                  <a:srgbClr val="000000"/>
                </a:solidFill>
                <a:latin typeface="Constantia"/>
              </a:rPr>
              <a:t>"</a:t>
            </a:r>
            <a:r>
              <a:rPr lang="es-ES" sz="1700" b="0" i="1" strike="noStrike" spc="-1">
                <a:solidFill>
                  <a:srgbClr val="000000"/>
                </a:solidFill>
                <a:latin typeface="Calibri"/>
              </a:rPr>
              <a:t>menuPrincipal</a:t>
            </a:r>
            <a:r>
              <a:rPr lang="es-ES" sz="1700" b="0" strike="noStrike" spc="-1">
                <a:solidFill>
                  <a:srgbClr val="000000"/>
                </a:solidFill>
                <a:latin typeface="Constantia"/>
              </a:rPr>
              <a:t>"</a:t>
            </a:r>
            <a:r>
              <a:rPr lang="es-ES" sz="1700" b="0" strike="noStrike" spc="-1">
                <a:solidFill>
                  <a:srgbClr val="000000"/>
                </a:solidFill>
                <a:latin typeface="Calibri"/>
              </a:rPr>
              <a:t>.</a:t>
            </a:r>
            <a:endParaRPr lang="es-ES" sz="1700" b="0" strike="noStrike" spc="-1">
              <a:solidFill>
                <a:srgbClr val="000000"/>
              </a:solidFill>
              <a:latin typeface="Constantia"/>
            </a:endParaRPr>
          </a:p>
          <a:p>
            <a:endParaRPr lang="es-ES" sz="1700" b="0" strike="noStrike" spc="-1">
              <a:solidFill>
                <a:srgbClr val="000000"/>
              </a:solidFill>
              <a:latin typeface="Constantia"/>
            </a:endParaRPr>
          </a:p>
        </p:txBody>
      </p:sp>
      <p:sp>
        <p:nvSpPr>
          <p:cNvPr id="156" name="Marcador de número de diapositiva 4"/>
          <p:cNvSpPr txBox="1"/>
          <p:nvPr/>
        </p:nvSpPr>
        <p:spPr>
          <a:xfrm>
            <a:off x="7924680" y="6356520"/>
            <a:ext cx="761760" cy="364680"/>
          </a:xfrm>
          <a:prstGeom prst="rect">
            <a:avLst/>
          </a:prstGeom>
          <a:noFill/>
          <a:ln w="0">
            <a:noFill/>
          </a:ln>
        </p:spPr>
        <p:txBody>
          <a:bodyPr lIns="0" tIns="0" rIns="0" bIns="0" anchor="b">
            <a:noAutofit/>
          </a:bodyPr>
          <a:lstStyle/>
          <a:p>
            <a:pPr algn="r">
              <a:lnSpc>
                <a:spcPct val="100000"/>
              </a:lnSpc>
            </a:pPr>
            <a:fld id="{BF3F8D61-9C95-43B1-B7A2-4D22D6D7CC54}" type="slidenum">
              <a:rPr lang="es-ES" sz="1200" b="0" strike="noStrike" spc="-1">
                <a:solidFill>
                  <a:srgbClr val="035C75"/>
                </a:solidFill>
                <a:latin typeface="Constantia"/>
              </a:rPr>
              <a:t>14</a:t>
            </a:fld>
            <a:endParaRPr lang="es-ES" sz="1200" b="0" strike="noStrike" spc="-1">
              <a:latin typeface="Times New Roman"/>
            </a:endParaRPr>
          </a:p>
        </p:txBody>
      </p:sp>
      <p:sp>
        <p:nvSpPr>
          <p:cNvPr id="157" name="Text Box 4"/>
          <p:cNvSpPr/>
          <p:nvPr/>
        </p:nvSpPr>
        <p:spPr>
          <a:xfrm>
            <a:off x="1178640" y="2818800"/>
            <a:ext cx="7200360" cy="303480"/>
          </a:xfrm>
          <a:prstGeom prst="rect">
            <a:avLst/>
          </a:prstGeom>
          <a:solidFill>
            <a:srgbClr val="FFFFFF"/>
          </a:solidFill>
          <a:ln w="3175">
            <a:solidFill>
              <a:srgbClr val="009DD9"/>
            </a:solidFill>
            <a:prstDash val="dash"/>
            <a:round/>
          </a:ln>
        </p:spPr>
        <p:style>
          <a:lnRef idx="2">
            <a:schemeClr val="accent2"/>
          </a:lnRef>
          <a:fillRef idx="1">
            <a:schemeClr val="lt1"/>
          </a:fillRef>
          <a:effectRef idx="0">
            <a:schemeClr val="accent2"/>
          </a:effectRef>
          <a:fontRef idx="minor"/>
        </p:style>
        <p:txBody>
          <a:bodyPr lIns="90000" tIns="45000" rIns="90000" bIns="45000">
            <a:spAutoFit/>
          </a:bodyPr>
          <a:lstStyle/>
          <a:p>
            <a:pPr marL="266760" indent="-266400">
              <a:lnSpc>
                <a:spcPct val="100000"/>
              </a:lnSpc>
              <a:tabLst>
                <a:tab pos="0" algn="l"/>
              </a:tabLst>
            </a:pPr>
            <a:r>
              <a:rPr lang="es-ES" sz="1400" b="0" strike="noStrike" spc="-1">
                <a:solidFill>
                  <a:srgbClr val="000000"/>
                </a:solidFill>
                <a:latin typeface="Courier New"/>
              </a:rPr>
              <a:t>.aviso .especial { ... }</a:t>
            </a:r>
            <a:endParaRPr lang="es-ES" sz="1400" b="0" strike="noStrike" spc="-1">
              <a:latin typeface="Arial"/>
            </a:endParaRPr>
          </a:p>
        </p:txBody>
      </p:sp>
      <p:sp>
        <p:nvSpPr>
          <p:cNvPr id="158" name="Text Box 4"/>
          <p:cNvSpPr/>
          <p:nvPr/>
        </p:nvSpPr>
        <p:spPr>
          <a:xfrm>
            <a:off x="1187640" y="4259160"/>
            <a:ext cx="7200360" cy="303480"/>
          </a:xfrm>
          <a:prstGeom prst="rect">
            <a:avLst/>
          </a:prstGeom>
          <a:solidFill>
            <a:srgbClr val="FFFFFF"/>
          </a:solidFill>
          <a:ln w="3175">
            <a:solidFill>
              <a:srgbClr val="009DD9"/>
            </a:solidFill>
            <a:prstDash val="dash"/>
            <a:round/>
          </a:ln>
        </p:spPr>
        <p:style>
          <a:lnRef idx="2">
            <a:schemeClr val="accent2"/>
          </a:lnRef>
          <a:fillRef idx="1">
            <a:schemeClr val="lt1"/>
          </a:fillRef>
          <a:effectRef idx="0">
            <a:schemeClr val="accent2"/>
          </a:effectRef>
          <a:fontRef idx="minor"/>
        </p:style>
        <p:txBody>
          <a:bodyPr lIns="90000" tIns="45000" rIns="90000" bIns="45000">
            <a:spAutoFit/>
          </a:bodyPr>
          <a:lstStyle/>
          <a:p>
            <a:pPr marL="266760" indent="-266400">
              <a:lnSpc>
                <a:spcPct val="100000"/>
              </a:lnSpc>
              <a:tabLst>
                <a:tab pos="0" algn="l"/>
              </a:tabLst>
            </a:pPr>
            <a:r>
              <a:rPr lang="es-ES" sz="1400" b="0" strike="noStrike" spc="-1">
                <a:solidFill>
                  <a:srgbClr val="000000"/>
                </a:solidFill>
                <a:latin typeface="Courier New"/>
              </a:rPr>
              <a:t>div.aviso span.especial { ... }</a:t>
            </a:r>
            <a:endParaRPr lang="es-ES" sz="1400" b="0" strike="noStrike" spc="-1">
              <a:latin typeface="Arial"/>
            </a:endParaRPr>
          </a:p>
        </p:txBody>
      </p:sp>
      <p:sp>
        <p:nvSpPr>
          <p:cNvPr id="159" name="Text Box 4"/>
          <p:cNvSpPr/>
          <p:nvPr/>
        </p:nvSpPr>
        <p:spPr>
          <a:xfrm>
            <a:off x="1187640" y="5675040"/>
            <a:ext cx="7200360" cy="303480"/>
          </a:xfrm>
          <a:prstGeom prst="rect">
            <a:avLst/>
          </a:prstGeom>
          <a:solidFill>
            <a:srgbClr val="FFFFFF"/>
          </a:solidFill>
          <a:ln w="3175">
            <a:solidFill>
              <a:srgbClr val="009DD9"/>
            </a:solidFill>
            <a:prstDash val="dash"/>
            <a:round/>
          </a:ln>
        </p:spPr>
        <p:style>
          <a:lnRef idx="2">
            <a:schemeClr val="accent2"/>
          </a:lnRef>
          <a:fillRef idx="1">
            <a:schemeClr val="lt1"/>
          </a:fillRef>
          <a:effectRef idx="0">
            <a:schemeClr val="accent2"/>
          </a:effectRef>
          <a:fontRef idx="minor"/>
        </p:style>
        <p:txBody>
          <a:bodyPr lIns="90000" tIns="45000" rIns="90000" bIns="45000">
            <a:spAutoFit/>
          </a:bodyPr>
          <a:lstStyle/>
          <a:p>
            <a:pPr marL="266760" indent="-266400">
              <a:lnSpc>
                <a:spcPct val="100000"/>
              </a:lnSpc>
              <a:tabLst>
                <a:tab pos="0" algn="l"/>
              </a:tabLst>
            </a:pPr>
            <a:r>
              <a:rPr lang="es-ES" sz="1400" b="0" strike="noStrike" spc="-1">
                <a:solidFill>
                  <a:srgbClr val="000000"/>
                </a:solidFill>
                <a:latin typeface="Courier New"/>
              </a:rPr>
              <a:t>ul#menuPrincipal li.destacado a#inicio { ... }</a:t>
            </a:r>
            <a:endParaRPr lang="es-ES" sz="1400" b="0" strike="noStrike" spc="-1">
              <a:latin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 name="Título 1"/>
          <p:cNvSpPr txBox="1"/>
          <p:nvPr/>
        </p:nvSpPr>
        <p:spPr>
          <a:xfrm>
            <a:off x="457200" y="332640"/>
            <a:ext cx="8506800" cy="1142640"/>
          </a:xfrm>
          <a:prstGeom prst="rect">
            <a:avLst/>
          </a:prstGeom>
          <a:noFill/>
          <a:ln w="0">
            <a:noFill/>
          </a:ln>
        </p:spPr>
        <p:txBody>
          <a:bodyPr lIns="0" tIns="45000" rIns="0" bIns="0" anchor="b">
            <a:normAutofit/>
          </a:bodyPr>
          <a:lstStyle/>
          <a:p>
            <a:pPr>
              <a:lnSpc>
                <a:spcPct val="100000"/>
              </a:lnSpc>
            </a:pPr>
            <a:r>
              <a:rPr lang="es-ES" sz="4000" b="0" strike="noStrike" spc="-1">
                <a:solidFill>
                  <a:srgbClr val="04617B"/>
                </a:solidFill>
                <a:latin typeface="Calibri"/>
              </a:rPr>
              <a:t>Selectores avanzados</a:t>
            </a:r>
            <a:endParaRPr lang="es-ES" sz="4000" b="0" strike="noStrike" spc="-1">
              <a:solidFill>
                <a:srgbClr val="000000"/>
              </a:solidFill>
              <a:latin typeface="Constantia"/>
            </a:endParaRPr>
          </a:p>
        </p:txBody>
      </p:sp>
      <p:sp>
        <p:nvSpPr>
          <p:cNvPr id="161" name="Marcador de contenido 2"/>
          <p:cNvSpPr txBox="1"/>
          <p:nvPr/>
        </p:nvSpPr>
        <p:spPr>
          <a:xfrm>
            <a:off x="467640" y="1556640"/>
            <a:ext cx="7920360" cy="4968360"/>
          </a:xfrm>
          <a:prstGeom prst="rect">
            <a:avLst/>
          </a:prstGeom>
          <a:noFill/>
          <a:ln w="0">
            <a:noFill/>
          </a:ln>
        </p:spPr>
        <p:txBody>
          <a:bodyPr lIns="90000" tIns="45000" rIns="90000" bIns="45000">
            <a:noAutofit/>
          </a:bodyPr>
          <a:lstStyle/>
          <a:p>
            <a:pPr>
              <a:lnSpc>
                <a:spcPct val="120000"/>
              </a:lnSpc>
              <a:spcAft>
                <a:spcPts val="601"/>
              </a:spcAft>
              <a:tabLst>
                <a:tab pos="0" algn="l"/>
              </a:tabLst>
            </a:pPr>
            <a:r>
              <a:rPr lang="es-ES" sz="2400" b="1" strike="noStrike" spc="-1">
                <a:solidFill>
                  <a:srgbClr val="000000"/>
                </a:solidFill>
                <a:latin typeface="Calibri"/>
              </a:rPr>
              <a:t>Selector de hijos</a:t>
            </a:r>
            <a:endParaRPr lang="es-ES" sz="2400" b="0" strike="noStrike" spc="-1">
              <a:solidFill>
                <a:srgbClr val="000000"/>
              </a:solidFill>
              <a:latin typeface="Constantia"/>
            </a:endParaRPr>
          </a:p>
          <a:p>
            <a:pPr marL="630720" lvl="1" indent="-264600">
              <a:lnSpc>
                <a:spcPct val="120000"/>
              </a:lnSpc>
              <a:buClr>
                <a:srgbClr val="0B5394"/>
              </a:buClr>
              <a:buSzPct val="85000"/>
              <a:buFont typeface="Wingdings 2" charset="2"/>
              <a:buChar char=""/>
              <a:tabLst>
                <a:tab pos="0" algn="l"/>
              </a:tabLst>
            </a:pPr>
            <a:r>
              <a:rPr lang="es-ES" sz="1700" b="0" strike="noStrike" spc="-1">
                <a:solidFill>
                  <a:srgbClr val="000000"/>
                </a:solidFill>
                <a:latin typeface="Calibri"/>
              </a:rPr>
              <a:t>Se utiliza para seleccionar un elemento que es </a:t>
            </a:r>
            <a:r>
              <a:rPr lang="es-ES" sz="1700" b="1" strike="noStrike" spc="-1">
                <a:solidFill>
                  <a:srgbClr val="000000"/>
                </a:solidFill>
                <a:latin typeface="Calibri"/>
              </a:rPr>
              <a:t>hijo directo </a:t>
            </a:r>
            <a:r>
              <a:rPr lang="es-ES" sz="1700" b="0" strike="noStrike" spc="-1">
                <a:solidFill>
                  <a:srgbClr val="000000"/>
                </a:solidFill>
                <a:latin typeface="Calibri"/>
              </a:rPr>
              <a:t>de otro elemento y se indica mediante el signo de “mayor que” (</a:t>
            </a:r>
            <a:r>
              <a:rPr lang="es-ES" sz="1700" b="1" strike="noStrike" spc="-1">
                <a:solidFill>
                  <a:srgbClr val="000000"/>
                </a:solidFill>
                <a:latin typeface="Calibri"/>
              </a:rPr>
              <a:t>&gt;</a:t>
            </a:r>
            <a:r>
              <a:rPr lang="es-ES" sz="1700" b="0" strike="noStrike" spc="-1">
                <a:solidFill>
                  <a:srgbClr val="000000"/>
                </a:solidFill>
                <a:latin typeface="Calibri"/>
              </a:rPr>
              <a:t>).</a:t>
            </a:r>
            <a:endParaRPr lang="es-ES" sz="1700" b="0" strike="noStrike" spc="-1">
              <a:solidFill>
                <a:srgbClr val="000000"/>
              </a:solidFill>
              <a:latin typeface="Constantia"/>
            </a:endParaRPr>
          </a:p>
          <a:p>
            <a:endParaRPr lang="es-ES" sz="1700" b="0" strike="noStrike" spc="-1">
              <a:solidFill>
                <a:srgbClr val="000000"/>
              </a:solidFill>
              <a:latin typeface="Constantia"/>
            </a:endParaRPr>
          </a:p>
          <a:p>
            <a:endParaRPr lang="es-ES" sz="1700" b="0" strike="noStrike" spc="-1">
              <a:solidFill>
                <a:srgbClr val="000000"/>
              </a:solidFill>
              <a:latin typeface="Constantia"/>
            </a:endParaRPr>
          </a:p>
          <a:p>
            <a:endParaRPr lang="es-ES" sz="1700" b="0" strike="noStrike" spc="-1">
              <a:solidFill>
                <a:srgbClr val="000000"/>
              </a:solidFill>
              <a:latin typeface="Constantia"/>
            </a:endParaRPr>
          </a:p>
          <a:p>
            <a:endParaRPr lang="es-ES" sz="1700" b="0" strike="noStrike" spc="-1">
              <a:solidFill>
                <a:srgbClr val="000000"/>
              </a:solidFill>
              <a:latin typeface="Constantia"/>
            </a:endParaRPr>
          </a:p>
          <a:p>
            <a:pPr marL="640080">
              <a:lnSpc>
                <a:spcPct val="100000"/>
              </a:lnSpc>
              <a:tabLst>
                <a:tab pos="0" algn="l"/>
              </a:tabLst>
            </a:pPr>
            <a:endParaRPr lang="es-ES" sz="1700" b="0" strike="noStrike" spc="-1">
              <a:solidFill>
                <a:srgbClr val="000000"/>
              </a:solidFill>
              <a:latin typeface="Constantia"/>
            </a:endParaRPr>
          </a:p>
          <a:p>
            <a:endParaRPr lang="es-ES" sz="1700" b="0" strike="noStrike" spc="-1">
              <a:solidFill>
                <a:srgbClr val="000000"/>
              </a:solidFill>
              <a:latin typeface="Constantia"/>
            </a:endParaRPr>
          </a:p>
          <a:p>
            <a:pPr marL="630720" lvl="1" indent="-264600">
              <a:lnSpc>
                <a:spcPct val="120000"/>
              </a:lnSpc>
              <a:buClr>
                <a:srgbClr val="0B5394"/>
              </a:buClr>
              <a:buSzPct val="85000"/>
              <a:buFont typeface="Wingdings 2" charset="2"/>
              <a:buChar char=""/>
              <a:tabLst>
                <a:tab pos="0" algn="l"/>
              </a:tabLst>
            </a:pPr>
            <a:r>
              <a:rPr lang="es-ES" sz="1700" b="0" strike="noStrike" spc="-1">
                <a:solidFill>
                  <a:srgbClr val="000000"/>
                </a:solidFill>
                <a:latin typeface="Calibri"/>
              </a:rPr>
              <a:t>Diferencias entre el selector descendente y el selector de hijos:</a:t>
            </a:r>
            <a:endParaRPr lang="es-ES" sz="1700" b="0" strike="noStrike" spc="-1">
              <a:solidFill>
                <a:srgbClr val="000000"/>
              </a:solidFill>
              <a:latin typeface="Constantia"/>
            </a:endParaRPr>
          </a:p>
          <a:p>
            <a:endParaRPr lang="es-ES" sz="1700" b="0" strike="noStrike" spc="-1">
              <a:solidFill>
                <a:srgbClr val="000000"/>
              </a:solidFill>
              <a:latin typeface="Constantia"/>
            </a:endParaRPr>
          </a:p>
          <a:p>
            <a:endParaRPr lang="es-ES" sz="1700" b="0" strike="noStrike" spc="-1">
              <a:solidFill>
                <a:srgbClr val="000000"/>
              </a:solidFill>
              <a:latin typeface="Constantia"/>
            </a:endParaRPr>
          </a:p>
          <a:p>
            <a:endParaRPr lang="es-ES" sz="1700" b="0" strike="noStrike" spc="-1">
              <a:solidFill>
                <a:srgbClr val="000000"/>
              </a:solidFill>
              <a:latin typeface="Constantia"/>
            </a:endParaRPr>
          </a:p>
        </p:txBody>
      </p:sp>
      <p:sp>
        <p:nvSpPr>
          <p:cNvPr id="162" name="Marcador de número de diapositiva 4"/>
          <p:cNvSpPr txBox="1"/>
          <p:nvPr/>
        </p:nvSpPr>
        <p:spPr>
          <a:xfrm>
            <a:off x="7924680" y="6356520"/>
            <a:ext cx="761760" cy="364680"/>
          </a:xfrm>
          <a:prstGeom prst="rect">
            <a:avLst/>
          </a:prstGeom>
          <a:noFill/>
          <a:ln w="0">
            <a:noFill/>
          </a:ln>
        </p:spPr>
        <p:txBody>
          <a:bodyPr lIns="0" tIns="0" rIns="0" bIns="0" anchor="b">
            <a:noAutofit/>
          </a:bodyPr>
          <a:lstStyle/>
          <a:p>
            <a:pPr algn="r">
              <a:lnSpc>
                <a:spcPct val="100000"/>
              </a:lnSpc>
            </a:pPr>
            <a:fld id="{9EC43A8A-984C-4D41-8295-B8D4F77217A4}" type="slidenum">
              <a:rPr lang="es-ES" sz="1200" b="0" strike="noStrike" spc="-1">
                <a:solidFill>
                  <a:srgbClr val="035C75"/>
                </a:solidFill>
                <a:latin typeface="Constantia"/>
              </a:rPr>
              <a:t>15</a:t>
            </a:fld>
            <a:endParaRPr lang="es-ES" sz="1200" b="0" strike="noStrike" spc="-1">
              <a:latin typeface="Times New Roman"/>
            </a:endParaRPr>
          </a:p>
        </p:txBody>
      </p:sp>
      <p:sp>
        <p:nvSpPr>
          <p:cNvPr id="163" name="Text Box 4"/>
          <p:cNvSpPr/>
          <p:nvPr/>
        </p:nvSpPr>
        <p:spPr>
          <a:xfrm>
            <a:off x="1191240" y="2714667"/>
            <a:ext cx="7500240" cy="1582200"/>
          </a:xfrm>
          <a:prstGeom prst="rect">
            <a:avLst/>
          </a:prstGeom>
          <a:solidFill>
            <a:srgbClr val="FFFFFF"/>
          </a:solidFill>
          <a:ln w="3175">
            <a:solidFill>
              <a:srgbClr val="009DD9"/>
            </a:solidFill>
            <a:prstDash val="dash"/>
            <a:round/>
          </a:ln>
        </p:spPr>
        <p:style>
          <a:lnRef idx="2">
            <a:schemeClr val="accent2"/>
          </a:lnRef>
          <a:fillRef idx="1">
            <a:schemeClr val="lt1"/>
          </a:fillRef>
          <a:effectRef idx="0">
            <a:schemeClr val="accent2"/>
          </a:effectRef>
          <a:fontRef idx="minor"/>
        </p:style>
        <p:txBody>
          <a:bodyPr lIns="90000" tIns="45000" rIns="90000" bIns="45000">
            <a:spAutoFit/>
          </a:bodyPr>
          <a:lstStyle/>
          <a:p>
            <a:pPr>
              <a:lnSpc>
                <a:spcPct val="100000"/>
              </a:lnSpc>
              <a:tabLst>
                <a:tab pos="0" algn="l"/>
              </a:tabLst>
            </a:pPr>
            <a:r>
              <a:rPr lang="es-ES" sz="1400" b="0" strike="noStrike" spc="-1">
                <a:solidFill>
                  <a:srgbClr val="000000"/>
                </a:solidFill>
                <a:latin typeface="Courier New"/>
              </a:rPr>
              <a:t>/* Texto1 se pondrá en azul, ya que &lt;span&gt; es hijo directo de &lt;p&gt;. Texto2 no se pondrá en azul ya que &lt;span&gt; no es hijo directo de &lt;p&gt; sino de &lt;a&gt; */</a:t>
            </a:r>
            <a:endParaRPr lang="es-ES" sz="1400" b="0" strike="noStrike" spc="-1">
              <a:latin typeface="Arial"/>
            </a:endParaRPr>
          </a:p>
          <a:p>
            <a:pPr marL="266760" indent="-266400">
              <a:lnSpc>
                <a:spcPct val="100000"/>
              </a:lnSpc>
              <a:tabLst>
                <a:tab pos="0" algn="l"/>
              </a:tabLst>
            </a:pPr>
            <a:r>
              <a:rPr lang="es-ES" sz="1400" b="0" strike="noStrike" spc="-1">
                <a:solidFill>
                  <a:srgbClr val="000000"/>
                </a:solidFill>
                <a:latin typeface="Courier New"/>
              </a:rPr>
              <a:t>p &gt; span {color: blue;}</a:t>
            </a:r>
            <a:endParaRPr lang="es-ES" sz="1400" b="0" strike="noStrike" spc="-1">
              <a:latin typeface="Arial"/>
            </a:endParaRPr>
          </a:p>
          <a:p>
            <a:pPr marL="266760" indent="-266400">
              <a:lnSpc>
                <a:spcPct val="100000"/>
              </a:lnSpc>
              <a:tabLst>
                <a:tab pos="0" algn="l"/>
              </a:tabLst>
            </a:pPr>
            <a:r>
              <a:rPr lang="es-ES" sz="1400" b="0" strike="noStrike" spc="-1">
                <a:solidFill>
                  <a:srgbClr val="000000"/>
                </a:solidFill>
                <a:latin typeface="Courier New"/>
              </a:rPr>
              <a:t>                                          </a:t>
            </a:r>
            <a:endParaRPr lang="es-ES" sz="1400" b="0" strike="noStrike" spc="-1">
              <a:latin typeface="Arial"/>
            </a:endParaRPr>
          </a:p>
          <a:p>
            <a:pPr marL="3857760" indent="-3857400">
              <a:lnSpc>
                <a:spcPct val="100000"/>
              </a:lnSpc>
              <a:tabLst>
                <a:tab pos="0" algn="l"/>
              </a:tabLst>
            </a:pPr>
            <a:r>
              <a:rPr lang="es-ES" sz="1400" b="0" strike="noStrike" spc="-1">
                <a:solidFill>
                  <a:srgbClr val="000000"/>
                </a:solidFill>
                <a:latin typeface="Courier New"/>
              </a:rPr>
              <a:t>&lt;p&gt;&lt;span&gt;Texto1&lt;/span&gt;&lt;/p&gt;</a:t>
            </a:r>
            <a:endParaRPr lang="es-ES" sz="1400" b="0" strike="noStrike" spc="-1">
              <a:latin typeface="Arial"/>
            </a:endParaRPr>
          </a:p>
          <a:p>
            <a:pPr marL="3857760" indent="-3857400">
              <a:lnSpc>
                <a:spcPct val="100000"/>
              </a:lnSpc>
              <a:tabLst>
                <a:tab pos="0" algn="l"/>
              </a:tabLst>
            </a:pPr>
            <a:r>
              <a:rPr lang="es-ES" sz="1400" b="0" strike="noStrike" spc="-1">
                <a:solidFill>
                  <a:srgbClr val="000000"/>
                </a:solidFill>
                <a:latin typeface="Courier New"/>
              </a:rPr>
              <a:t>&lt;p&gt;&lt;a href="#"&gt;&lt;span&gt;Texto2&lt;/span&gt;&lt;/a&gt;&lt;/p</a:t>
            </a:r>
            <a:endParaRPr lang="es-ES" sz="1400" b="0" strike="noStrike" spc="-1">
              <a:latin typeface="Arial"/>
            </a:endParaRPr>
          </a:p>
        </p:txBody>
      </p:sp>
      <p:sp>
        <p:nvSpPr>
          <p:cNvPr id="164" name="Text Box 4"/>
          <p:cNvSpPr/>
          <p:nvPr/>
        </p:nvSpPr>
        <p:spPr>
          <a:xfrm>
            <a:off x="1191240" y="4764252"/>
            <a:ext cx="7485120" cy="1795320"/>
          </a:xfrm>
          <a:prstGeom prst="rect">
            <a:avLst/>
          </a:prstGeom>
          <a:solidFill>
            <a:srgbClr val="FFFFFF"/>
          </a:solidFill>
          <a:ln w="3175">
            <a:solidFill>
              <a:srgbClr val="009DD9"/>
            </a:solidFill>
            <a:prstDash val="dash"/>
            <a:round/>
          </a:ln>
        </p:spPr>
        <p:style>
          <a:lnRef idx="2">
            <a:schemeClr val="accent2"/>
          </a:lnRef>
          <a:fillRef idx="1">
            <a:schemeClr val="lt1"/>
          </a:fillRef>
          <a:effectRef idx="0">
            <a:schemeClr val="accent2"/>
          </a:effectRef>
          <a:fontRef idx="minor"/>
        </p:style>
        <p:txBody>
          <a:bodyPr lIns="90000" tIns="45000" rIns="90000" bIns="45000">
            <a:spAutoFit/>
          </a:bodyPr>
          <a:lstStyle/>
          <a:p>
            <a:pPr>
              <a:lnSpc>
                <a:spcPct val="100000"/>
              </a:lnSpc>
              <a:tabLst>
                <a:tab pos="0" algn="l"/>
              </a:tabLst>
            </a:pPr>
            <a:r>
              <a:rPr lang="en-US" sz="1400" b="0" strike="noStrike" spc="-1">
                <a:solidFill>
                  <a:srgbClr val="000000"/>
                </a:solidFill>
                <a:latin typeface="Courier New"/>
              </a:rPr>
              <a:t>/* Enlace1 se pondrá en azul, ya que es hijo directo de &lt;p&gt;. Enlace2 se pondrá en rojo, ya que está dentro de &lt;p&gt; pero no es hijo directo del mismo, sino de &lt;span&gt;. */</a:t>
            </a:r>
            <a:endParaRPr lang="es-ES" sz="1400" b="0" strike="noStrike" spc="-1">
              <a:latin typeface="Arial"/>
            </a:endParaRPr>
          </a:p>
          <a:p>
            <a:pPr marL="266760" indent="-266400">
              <a:lnSpc>
                <a:spcPct val="100000"/>
              </a:lnSpc>
              <a:tabLst>
                <a:tab pos="0" algn="l"/>
              </a:tabLst>
            </a:pPr>
            <a:r>
              <a:rPr lang="en-US" sz="1400" b="0" strike="noStrike" spc="-1">
                <a:solidFill>
                  <a:srgbClr val="000000"/>
                </a:solidFill>
                <a:latin typeface="Courier New"/>
              </a:rPr>
              <a:t>p a { color: red; } </a:t>
            </a:r>
            <a:endParaRPr lang="es-ES" sz="1400" b="0" strike="noStrike" spc="-1">
              <a:latin typeface="Arial"/>
            </a:endParaRPr>
          </a:p>
          <a:p>
            <a:pPr marL="266760" indent="-266400">
              <a:lnSpc>
                <a:spcPct val="100000"/>
              </a:lnSpc>
              <a:tabLst>
                <a:tab pos="0" algn="l"/>
              </a:tabLst>
            </a:pPr>
            <a:r>
              <a:rPr lang="en-US" sz="1400" b="0" strike="noStrike" spc="-1">
                <a:solidFill>
                  <a:srgbClr val="000000"/>
                </a:solidFill>
                <a:latin typeface="Courier New"/>
              </a:rPr>
              <a:t>p &gt; a { color: blue; } </a:t>
            </a:r>
            <a:endParaRPr lang="es-ES" sz="1400" b="0" strike="noStrike" spc="-1">
              <a:latin typeface="Arial"/>
            </a:endParaRPr>
          </a:p>
          <a:p>
            <a:pPr marL="266760" indent="-266400">
              <a:lnSpc>
                <a:spcPct val="100000"/>
              </a:lnSpc>
              <a:tabLst>
                <a:tab pos="0" algn="l"/>
              </a:tabLst>
            </a:pPr>
            <a:endParaRPr lang="es-ES" sz="1400" b="0" strike="noStrike" spc="-1">
              <a:latin typeface="Arial"/>
            </a:endParaRPr>
          </a:p>
          <a:p>
            <a:pPr marL="266760" indent="-266400">
              <a:lnSpc>
                <a:spcPct val="100000"/>
              </a:lnSpc>
              <a:tabLst>
                <a:tab pos="0" algn="l"/>
              </a:tabLst>
            </a:pPr>
            <a:r>
              <a:rPr lang="en-US" sz="1400" b="0" strike="noStrike" spc="-1">
                <a:solidFill>
                  <a:srgbClr val="000000"/>
                </a:solidFill>
                <a:latin typeface="Courier New"/>
              </a:rPr>
              <a:t>&lt;p&gt;&lt;a href="#"&gt;Enlace1&lt;/a&gt;&lt;/p&gt;                </a:t>
            </a:r>
            <a:endParaRPr lang="es-ES" sz="1400" b="0" strike="noStrike" spc="-1">
              <a:latin typeface="Arial"/>
            </a:endParaRPr>
          </a:p>
          <a:p>
            <a:pPr marL="266760" indent="-266400">
              <a:lnSpc>
                <a:spcPct val="100000"/>
              </a:lnSpc>
              <a:tabLst>
                <a:tab pos="0" algn="l"/>
              </a:tabLst>
            </a:pPr>
            <a:r>
              <a:rPr lang="en-US" sz="1400" b="0" strike="noStrike" spc="-1">
                <a:solidFill>
                  <a:srgbClr val="000000"/>
                </a:solidFill>
                <a:latin typeface="Courier New"/>
              </a:rPr>
              <a:t>&lt;p&gt;&lt;span&gt;&lt;a href="#"&gt;Enlace2&lt;/a&gt;&lt;/span&gt;&lt;/p&gt;</a:t>
            </a:r>
            <a:endParaRPr lang="es-ES" sz="1400" b="0" strike="noStrike" spc="-1">
              <a:latin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 name="Título 1"/>
          <p:cNvSpPr txBox="1"/>
          <p:nvPr/>
        </p:nvSpPr>
        <p:spPr>
          <a:xfrm>
            <a:off x="457200" y="332640"/>
            <a:ext cx="8506800" cy="1142640"/>
          </a:xfrm>
          <a:prstGeom prst="rect">
            <a:avLst/>
          </a:prstGeom>
          <a:noFill/>
          <a:ln w="0">
            <a:noFill/>
          </a:ln>
        </p:spPr>
        <p:txBody>
          <a:bodyPr lIns="0" tIns="45000" rIns="0" bIns="0" anchor="b">
            <a:normAutofit/>
          </a:bodyPr>
          <a:lstStyle/>
          <a:p>
            <a:pPr>
              <a:lnSpc>
                <a:spcPct val="100000"/>
              </a:lnSpc>
            </a:pPr>
            <a:r>
              <a:rPr lang="es-ES" sz="4000" b="0" strike="noStrike" spc="-1">
                <a:solidFill>
                  <a:srgbClr val="04617B"/>
                </a:solidFill>
                <a:latin typeface="Calibri"/>
              </a:rPr>
              <a:t>Selectores avanzados</a:t>
            </a:r>
            <a:endParaRPr lang="es-ES" sz="4000" b="0" strike="noStrike" spc="-1">
              <a:solidFill>
                <a:srgbClr val="000000"/>
              </a:solidFill>
              <a:latin typeface="Constantia"/>
            </a:endParaRPr>
          </a:p>
        </p:txBody>
      </p:sp>
      <p:sp>
        <p:nvSpPr>
          <p:cNvPr id="166" name="Marcador de contenido 2"/>
          <p:cNvSpPr txBox="1"/>
          <p:nvPr/>
        </p:nvSpPr>
        <p:spPr>
          <a:xfrm>
            <a:off x="467640" y="1556640"/>
            <a:ext cx="7920360" cy="4968360"/>
          </a:xfrm>
          <a:prstGeom prst="rect">
            <a:avLst/>
          </a:prstGeom>
          <a:noFill/>
          <a:ln w="0">
            <a:noFill/>
          </a:ln>
        </p:spPr>
        <p:txBody>
          <a:bodyPr lIns="90000" tIns="45000" rIns="90000" bIns="45000">
            <a:noAutofit/>
          </a:bodyPr>
          <a:lstStyle/>
          <a:p>
            <a:pPr>
              <a:lnSpc>
                <a:spcPct val="120000"/>
              </a:lnSpc>
              <a:spcAft>
                <a:spcPts val="601"/>
              </a:spcAft>
              <a:tabLst>
                <a:tab pos="0" algn="l"/>
              </a:tabLst>
            </a:pPr>
            <a:r>
              <a:rPr lang="es-ES" sz="2400" b="1" strike="noStrike" spc="-1">
                <a:solidFill>
                  <a:srgbClr val="000000"/>
                </a:solidFill>
                <a:latin typeface="Calibri"/>
              </a:rPr>
              <a:t>Selector adyacente</a:t>
            </a:r>
            <a:endParaRPr lang="es-ES" sz="2400" b="0" strike="noStrike" spc="-1">
              <a:solidFill>
                <a:srgbClr val="000000"/>
              </a:solidFill>
              <a:latin typeface="Constantia"/>
            </a:endParaRPr>
          </a:p>
          <a:p>
            <a:pPr marL="630720" lvl="1" indent="-264600">
              <a:lnSpc>
                <a:spcPct val="120000"/>
              </a:lnSpc>
              <a:buClr>
                <a:srgbClr val="0B5394"/>
              </a:buClr>
              <a:buSzPct val="85000"/>
              <a:buFont typeface="Wingdings 2" charset="2"/>
              <a:buChar char=""/>
              <a:tabLst>
                <a:tab pos="0" algn="l"/>
              </a:tabLst>
            </a:pPr>
            <a:r>
              <a:rPr lang="es-ES" sz="1700" b="0" strike="noStrike" spc="-1">
                <a:solidFill>
                  <a:srgbClr val="000000"/>
                </a:solidFill>
                <a:latin typeface="Calibri"/>
              </a:rPr>
              <a:t>El selector adyacente utiliza el signo +: </a:t>
            </a:r>
            <a:r>
              <a:rPr lang="es-ES" sz="1700" b="1" strike="noStrike" spc="-1">
                <a:solidFill>
                  <a:srgbClr val="000000"/>
                </a:solidFill>
                <a:latin typeface="Calibri"/>
              </a:rPr>
              <a:t>elemento1 + elemento2 { ... }</a:t>
            </a:r>
            <a:endParaRPr lang="es-ES" sz="1700" b="0" strike="noStrike" spc="-1">
              <a:solidFill>
                <a:srgbClr val="000000"/>
              </a:solidFill>
              <a:latin typeface="Constantia"/>
            </a:endParaRPr>
          </a:p>
          <a:p>
            <a:pPr marL="630720" lvl="1" indent="-264600">
              <a:lnSpc>
                <a:spcPct val="120000"/>
              </a:lnSpc>
              <a:buClr>
                <a:srgbClr val="0B5394"/>
              </a:buClr>
              <a:buSzPct val="85000"/>
              <a:buFont typeface="Wingdings 2" charset="2"/>
              <a:buChar char=""/>
              <a:tabLst>
                <a:tab pos="0" algn="l"/>
              </a:tabLst>
            </a:pPr>
            <a:r>
              <a:rPr lang="es-ES" sz="1700" b="0" strike="noStrike" spc="-1">
                <a:solidFill>
                  <a:srgbClr val="000000"/>
                </a:solidFill>
                <a:latin typeface="Calibri"/>
              </a:rPr>
              <a:t>Este selector selecciona todos los elementos de tipo elemento2 que cumplan las siguientes condiciones:</a:t>
            </a:r>
            <a:endParaRPr lang="es-ES" sz="1700" b="0" strike="noStrike" spc="-1">
              <a:solidFill>
                <a:srgbClr val="000000"/>
              </a:solidFill>
              <a:latin typeface="Constantia"/>
            </a:endParaRPr>
          </a:p>
          <a:p>
            <a:pPr marL="925920" lvl="2" indent="-285480">
              <a:lnSpc>
                <a:spcPct val="120000"/>
              </a:lnSpc>
              <a:buClr>
                <a:srgbClr val="0B5394"/>
              </a:buClr>
              <a:buSzPct val="70000"/>
              <a:buFont typeface="Wingdings" charset="2"/>
              <a:buChar char=""/>
              <a:tabLst>
                <a:tab pos="0" algn="l"/>
              </a:tabLst>
            </a:pPr>
            <a:r>
              <a:rPr lang="es-ES" sz="1700" b="0" strike="noStrike" spc="-1">
                <a:solidFill>
                  <a:srgbClr val="000000"/>
                </a:solidFill>
                <a:latin typeface="Calibri"/>
              </a:rPr>
              <a:t>elemento1 y elemento2 deben ser hermanos (tienen el mismo padre).</a:t>
            </a:r>
            <a:endParaRPr lang="es-ES" sz="1700" b="0" strike="noStrike" spc="-1">
              <a:solidFill>
                <a:srgbClr val="000000"/>
              </a:solidFill>
              <a:latin typeface="Constantia"/>
            </a:endParaRPr>
          </a:p>
          <a:p>
            <a:pPr marL="925920" lvl="2" indent="-285480">
              <a:lnSpc>
                <a:spcPct val="120000"/>
              </a:lnSpc>
              <a:buClr>
                <a:srgbClr val="0B5394"/>
              </a:buClr>
              <a:buSzPct val="70000"/>
              <a:buFont typeface="Wingdings" charset="2"/>
              <a:buChar char=""/>
              <a:tabLst>
                <a:tab pos="0" algn="l"/>
              </a:tabLst>
            </a:pPr>
            <a:r>
              <a:rPr lang="es-ES" sz="1700" b="0" strike="noStrike" spc="-1">
                <a:solidFill>
                  <a:srgbClr val="000000"/>
                </a:solidFill>
                <a:latin typeface="Calibri"/>
              </a:rPr>
              <a:t>elemento2 debe aparecer inmediatamente después de elemento1 en el código HTML de la página.</a:t>
            </a:r>
            <a:endParaRPr lang="es-ES" sz="1700" b="0" strike="noStrike" spc="-1">
              <a:solidFill>
                <a:srgbClr val="000000"/>
              </a:solidFill>
              <a:latin typeface="Constantia"/>
            </a:endParaRPr>
          </a:p>
          <a:p>
            <a:endParaRPr lang="es-ES" sz="1700" b="0" strike="noStrike" spc="-1">
              <a:solidFill>
                <a:srgbClr val="000000"/>
              </a:solidFill>
              <a:latin typeface="Constantia"/>
            </a:endParaRPr>
          </a:p>
          <a:p>
            <a:endParaRPr lang="es-ES" sz="1700" b="0" strike="noStrike" spc="-1">
              <a:solidFill>
                <a:srgbClr val="000000"/>
              </a:solidFill>
              <a:latin typeface="Constantia"/>
            </a:endParaRPr>
          </a:p>
          <a:p>
            <a:endParaRPr lang="es-ES" sz="1700" b="0" strike="noStrike" spc="-1">
              <a:solidFill>
                <a:srgbClr val="000000"/>
              </a:solidFill>
              <a:latin typeface="Constantia"/>
            </a:endParaRPr>
          </a:p>
          <a:p>
            <a:endParaRPr lang="es-ES" sz="1700" b="0" strike="noStrike" spc="-1">
              <a:solidFill>
                <a:srgbClr val="000000"/>
              </a:solidFill>
              <a:latin typeface="Constantia"/>
            </a:endParaRPr>
          </a:p>
          <a:p>
            <a:endParaRPr lang="es-ES" sz="1700" b="0" strike="noStrike" spc="-1">
              <a:solidFill>
                <a:srgbClr val="000000"/>
              </a:solidFill>
              <a:latin typeface="Constantia"/>
            </a:endParaRPr>
          </a:p>
          <a:p>
            <a:pPr marL="640080">
              <a:lnSpc>
                <a:spcPct val="100000"/>
              </a:lnSpc>
              <a:spcBef>
                <a:spcPts val="601"/>
              </a:spcBef>
              <a:tabLst>
                <a:tab pos="0" algn="l"/>
              </a:tabLst>
            </a:pPr>
            <a:endParaRPr lang="es-ES" sz="1700" b="0" strike="noStrike" spc="-1">
              <a:solidFill>
                <a:srgbClr val="000000"/>
              </a:solidFill>
              <a:latin typeface="Constantia"/>
            </a:endParaRPr>
          </a:p>
          <a:p>
            <a:pPr marL="355680">
              <a:lnSpc>
                <a:spcPct val="100000"/>
              </a:lnSpc>
              <a:spcBef>
                <a:spcPts val="601"/>
              </a:spcBef>
              <a:tabLst>
                <a:tab pos="0" algn="l"/>
              </a:tabLst>
            </a:pPr>
            <a:endParaRPr lang="es-ES" sz="1700" b="0" strike="noStrike" spc="-1">
              <a:solidFill>
                <a:srgbClr val="000000"/>
              </a:solidFill>
              <a:latin typeface="Constantia"/>
            </a:endParaRPr>
          </a:p>
          <a:p>
            <a:pPr marL="365760">
              <a:lnSpc>
                <a:spcPct val="120000"/>
              </a:lnSpc>
              <a:spcAft>
                <a:spcPts val="601"/>
              </a:spcAft>
              <a:tabLst>
                <a:tab pos="0" algn="l"/>
              </a:tabLst>
            </a:pPr>
            <a:endParaRPr lang="es-ES" sz="1700" b="0" strike="noStrike" spc="-1">
              <a:solidFill>
                <a:srgbClr val="000000"/>
              </a:solidFill>
              <a:latin typeface="Constantia"/>
            </a:endParaRPr>
          </a:p>
        </p:txBody>
      </p:sp>
      <p:sp>
        <p:nvSpPr>
          <p:cNvPr id="167" name="Marcador de número de diapositiva 4"/>
          <p:cNvSpPr txBox="1"/>
          <p:nvPr/>
        </p:nvSpPr>
        <p:spPr>
          <a:xfrm>
            <a:off x="7924680" y="6356520"/>
            <a:ext cx="761760" cy="364680"/>
          </a:xfrm>
          <a:prstGeom prst="rect">
            <a:avLst/>
          </a:prstGeom>
          <a:noFill/>
          <a:ln w="0">
            <a:noFill/>
          </a:ln>
        </p:spPr>
        <p:txBody>
          <a:bodyPr lIns="0" tIns="0" rIns="0" bIns="0" anchor="b">
            <a:noAutofit/>
          </a:bodyPr>
          <a:lstStyle/>
          <a:p>
            <a:pPr algn="r">
              <a:lnSpc>
                <a:spcPct val="100000"/>
              </a:lnSpc>
            </a:pPr>
            <a:fld id="{0467FAC9-0590-45F8-947F-AF5926D0F3E4}" type="slidenum">
              <a:rPr lang="es-ES" sz="1200" b="0" strike="noStrike" spc="-1">
                <a:solidFill>
                  <a:srgbClr val="035C75"/>
                </a:solidFill>
                <a:latin typeface="Constantia"/>
              </a:rPr>
              <a:t>16</a:t>
            </a:fld>
            <a:endParaRPr lang="es-ES" sz="1200" b="0" strike="noStrike" spc="-1">
              <a:latin typeface="Times New Roman"/>
            </a:endParaRPr>
          </a:p>
        </p:txBody>
      </p:sp>
      <p:sp>
        <p:nvSpPr>
          <p:cNvPr id="168" name="Text Box 4"/>
          <p:cNvSpPr/>
          <p:nvPr/>
        </p:nvSpPr>
        <p:spPr>
          <a:xfrm>
            <a:off x="1002600" y="4099680"/>
            <a:ext cx="7416360" cy="2664360"/>
          </a:xfrm>
          <a:prstGeom prst="rect">
            <a:avLst/>
          </a:prstGeom>
          <a:solidFill>
            <a:srgbClr val="FFFFFF"/>
          </a:solidFill>
          <a:ln w="3175">
            <a:solidFill>
              <a:srgbClr val="009DD9"/>
            </a:solidFill>
            <a:prstDash val="dash"/>
            <a:round/>
          </a:ln>
        </p:spPr>
        <p:style>
          <a:lnRef idx="2">
            <a:schemeClr val="accent2"/>
          </a:lnRef>
          <a:fillRef idx="1">
            <a:schemeClr val="lt1"/>
          </a:fillRef>
          <a:effectRef idx="0">
            <a:schemeClr val="accent2"/>
          </a:effectRef>
          <a:fontRef idx="minor"/>
        </p:style>
        <p:txBody>
          <a:bodyPr lIns="90000" tIns="45000" rIns="90000" bIns="45000">
            <a:spAutoFit/>
          </a:bodyPr>
          <a:lstStyle/>
          <a:p>
            <a:pPr>
              <a:lnSpc>
                <a:spcPct val="100000"/>
              </a:lnSpc>
              <a:tabLst>
                <a:tab pos="0" algn="l"/>
              </a:tabLst>
            </a:pPr>
            <a:r>
              <a:rPr lang="pt-BR" sz="1300" b="0" strike="noStrike" spc="-1">
                <a:solidFill>
                  <a:srgbClr val="000000"/>
                </a:solidFill>
                <a:latin typeface="Courier New"/>
              </a:rPr>
              <a:t>/* El primer &lt;h2&gt; se pondrá em rojo por ser hermano de &lt;h1&gt;, tienen el mismo padre,que es el body y esta inmediatamente despues de &lt;h1&gt;.</a:t>
            </a:r>
            <a:endParaRPr lang="es-ES" sz="1300" b="0" strike="noStrike" spc="-1">
              <a:latin typeface="Arial"/>
            </a:endParaRPr>
          </a:p>
          <a:p>
            <a:pPr>
              <a:lnSpc>
                <a:spcPct val="100000"/>
              </a:lnSpc>
              <a:tabLst>
                <a:tab pos="0" algn="l"/>
              </a:tabLst>
            </a:pPr>
            <a:r>
              <a:rPr lang="pt-BR" sz="1300" b="0" strike="noStrike" spc="-1">
                <a:solidFill>
                  <a:srgbClr val="000000"/>
                </a:solidFill>
                <a:latin typeface="Courier New"/>
              </a:rPr>
              <a:t>El segundo &lt;h2&gt; no se pondrá en rojo ya que aunque es hermano de &lt;h1&gt;, no aparece inemediatamente después de &lt;h1&gt; */</a:t>
            </a:r>
            <a:endParaRPr lang="es-ES" sz="1300" b="0" strike="noStrike" spc="-1">
              <a:latin typeface="Arial"/>
            </a:endParaRPr>
          </a:p>
          <a:p>
            <a:pPr>
              <a:lnSpc>
                <a:spcPct val="100000"/>
              </a:lnSpc>
              <a:tabLst>
                <a:tab pos="0" algn="l"/>
              </a:tabLst>
            </a:pPr>
            <a:endParaRPr lang="es-ES" sz="1300" b="0" strike="noStrike" spc="-1">
              <a:latin typeface="Arial"/>
            </a:endParaRPr>
          </a:p>
          <a:p>
            <a:pPr marL="266760" indent="-266400">
              <a:lnSpc>
                <a:spcPct val="100000"/>
              </a:lnSpc>
              <a:tabLst>
                <a:tab pos="0" algn="l"/>
              </a:tabLst>
            </a:pPr>
            <a:r>
              <a:rPr lang="pt-BR" sz="1300" b="0" strike="noStrike" spc="-1">
                <a:solidFill>
                  <a:srgbClr val="000000"/>
                </a:solidFill>
                <a:latin typeface="Courier New"/>
              </a:rPr>
              <a:t>h1 + h2 { color: red }</a:t>
            </a:r>
            <a:endParaRPr lang="es-ES" sz="1300" b="0" strike="noStrike" spc="-1">
              <a:latin typeface="Arial"/>
            </a:endParaRPr>
          </a:p>
          <a:p>
            <a:pPr marL="266760" indent="-266400">
              <a:lnSpc>
                <a:spcPct val="100000"/>
              </a:lnSpc>
              <a:tabLst>
                <a:tab pos="0" algn="l"/>
              </a:tabLst>
            </a:pPr>
            <a:endParaRPr lang="es-ES" sz="1300" b="0" strike="noStrike" spc="-1">
              <a:latin typeface="Arial"/>
            </a:endParaRPr>
          </a:p>
          <a:p>
            <a:pPr marL="266760" indent="-266400">
              <a:lnSpc>
                <a:spcPct val="100000"/>
              </a:lnSpc>
              <a:tabLst>
                <a:tab pos="0" algn="l"/>
              </a:tabLst>
            </a:pPr>
            <a:r>
              <a:rPr lang="pt-BR" sz="1300" b="0" strike="noStrike" spc="-1">
                <a:solidFill>
                  <a:srgbClr val="000000"/>
                </a:solidFill>
                <a:latin typeface="Courier New"/>
              </a:rPr>
              <a:t>&lt;body&gt;</a:t>
            </a:r>
            <a:endParaRPr lang="es-ES" sz="1300" b="0" strike="noStrike" spc="-1">
              <a:latin typeface="Arial"/>
            </a:endParaRPr>
          </a:p>
          <a:p>
            <a:pPr marL="266760">
              <a:lnSpc>
                <a:spcPct val="100000"/>
              </a:lnSpc>
              <a:tabLst>
                <a:tab pos="0" algn="l"/>
              </a:tabLst>
            </a:pPr>
            <a:r>
              <a:rPr lang="pt-BR" sz="1300" b="0" strike="noStrike" spc="-1">
                <a:solidFill>
                  <a:srgbClr val="000000"/>
                </a:solidFill>
                <a:latin typeface="Courier New"/>
              </a:rPr>
              <a:t>&lt;h1&gt;Titulo1&lt;/h1&gt;</a:t>
            </a:r>
            <a:endParaRPr lang="es-ES" sz="1300" b="0" strike="noStrike" spc="-1">
              <a:latin typeface="Arial"/>
            </a:endParaRPr>
          </a:p>
          <a:p>
            <a:pPr marL="266760">
              <a:lnSpc>
                <a:spcPct val="100000"/>
              </a:lnSpc>
              <a:tabLst>
                <a:tab pos="0" algn="l"/>
              </a:tabLst>
            </a:pPr>
            <a:r>
              <a:rPr lang="pt-BR" sz="1300" b="0" strike="noStrike" spc="-1">
                <a:solidFill>
                  <a:srgbClr val="000000"/>
                </a:solidFill>
                <a:latin typeface="Courier New"/>
              </a:rPr>
              <a:t>&lt;h2&gt;Subtítulo&lt;/h2&gt;</a:t>
            </a:r>
            <a:endParaRPr lang="es-ES" sz="1300" b="0" strike="noStrike" spc="-1">
              <a:latin typeface="Arial"/>
            </a:endParaRPr>
          </a:p>
          <a:p>
            <a:pPr marL="266760">
              <a:lnSpc>
                <a:spcPct val="100000"/>
              </a:lnSpc>
              <a:tabLst>
                <a:tab pos="0" algn="l"/>
              </a:tabLst>
            </a:pPr>
            <a:r>
              <a:rPr lang="pt-BR" sz="1300" b="0" strike="noStrike" spc="-1">
                <a:solidFill>
                  <a:srgbClr val="000000"/>
                </a:solidFill>
                <a:latin typeface="Courier New"/>
              </a:rPr>
              <a:t>... </a:t>
            </a:r>
            <a:endParaRPr lang="es-ES" sz="1300" b="0" strike="noStrike" spc="-1">
              <a:latin typeface="Arial"/>
            </a:endParaRPr>
          </a:p>
          <a:p>
            <a:pPr marL="266760">
              <a:lnSpc>
                <a:spcPct val="100000"/>
              </a:lnSpc>
              <a:tabLst>
                <a:tab pos="0" algn="l"/>
              </a:tabLst>
            </a:pPr>
            <a:r>
              <a:rPr lang="pt-BR" sz="1300" b="0" strike="noStrike" spc="-1">
                <a:solidFill>
                  <a:srgbClr val="000000"/>
                </a:solidFill>
                <a:latin typeface="Courier New"/>
              </a:rPr>
              <a:t>&lt;h2&gt;Otro subtítulo&lt;/h2&gt;</a:t>
            </a:r>
            <a:endParaRPr lang="es-ES" sz="1300" b="0" strike="noStrike" spc="-1">
              <a:latin typeface="Arial"/>
            </a:endParaRPr>
          </a:p>
          <a:p>
            <a:pPr>
              <a:lnSpc>
                <a:spcPct val="100000"/>
              </a:lnSpc>
              <a:tabLst>
                <a:tab pos="0" algn="l"/>
              </a:tabLst>
            </a:pPr>
            <a:r>
              <a:rPr lang="pt-BR" sz="1300" b="0" strike="noStrike" spc="-1">
                <a:solidFill>
                  <a:srgbClr val="000000"/>
                </a:solidFill>
                <a:latin typeface="Courier New"/>
              </a:rPr>
              <a:t>&lt;/body&gt;</a:t>
            </a:r>
            <a:endParaRPr lang="es-ES" sz="1300" b="0" strike="noStrike" spc="-1">
              <a:latin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 name="Título 1"/>
          <p:cNvSpPr txBox="1"/>
          <p:nvPr/>
        </p:nvSpPr>
        <p:spPr>
          <a:xfrm>
            <a:off x="457200" y="332640"/>
            <a:ext cx="8506800" cy="1142640"/>
          </a:xfrm>
          <a:prstGeom prst="rect">
            <a:avLst/>
          </a:prstGeom>
          <a:noFill/>
          <a:ln w="0">
            <a:noFill/>
          </a:ln>
        </p:spPr>
        <p:txBody>
          <a:bodyPr lIns="0" tIns="45000" rIns="0" bIns="0" anchor="b">
            <a:normAutofit/>
          </a:bodyPr>
          <a:lstStyle/>
          <a:p>
            <a:pPr>
              <a:lnSpc>
                <a:spcPct val="100000"/>
              </a:lnSpc>
            </a:pPr>
            <a:r>
              <a:rPr lang="es-ES" sz="4000" b="0" strike="noStrike" spc="-1">
                <a:solidFill>
                  <a:srgbClr val="04617B"/>
                </a:solidFill>
                <a:latin typeface="Calibri"/>
              </a:rPr>
              <a:t>Selectores avanzados</a:t>
            </a:r>
            <a:endParaRPr lang="es-ES" sz="4000" b="0" strike="noStrike" spc="-1">
              <a:solidFill>
                <a:srgbClr val="000000"/>
              </a:solidFill>
              <a:latin typeface="Constantia"/>
            </a:endParaRPr>
          </a:p>
        </p:txBody>
      </p:sp>
      <p:sp>
        <p:nvSpPr>
          <p:cNvPr id="170" name="Marcador de contenido 2"/>
          <p:cNvSpPr txBox="1"/>
          <p:nvPr/>
        </p:nvSpPr>
        <p:spPr>
          <a:xfrm>
            <a:off x="467640" y="1556640"/>
            <a:ext cx="7920360" cy="4968360"/>
          </a:xfrm>
          <a:prstGeom prst="rect">
            <a:avLst/>
          </a:prstGeom>
          <a:noFill/>
          <a:ln w="0">
            <a:noFill/>
          </a:ln>
        </p:spPr>
        <p:txBody>
          <a:bodyPr lIns="90000" tIns="45000" rIns="90000" bIns="45000">
            <a:noAutofit/>
          </a:bodyPr>
          <a:lstStyle/>
          <a:p>
            <a:pPr>
              <a:lnSpc>
                <a:spcPct val="120000"/>
              </a:lnSpc>
              <a:spcAft>
                <a:spcPts val="601"/>
              </a:spcAft>
              <a:tabLst>
                <a:tab pos="0" algn="l"/>
              </a:tabLst>
            </a:pPr>
            <a:r>
              <a:rPr lang="es-ES" sz="2400" b="1" strike="noStrike" spc="-1">
                <a:solidFill>
                  <a:srgbClr val="000000"/>
                </a:solidFill>
                <a:latin typeface="Calibri"/>
              </a:rPr>
              <a:t>Selector de hermanos</a:t>
            </a:r>
            <a:endParaRPr lang="es-ES" sz="2400" b="0" strike="noStrike" spc="-1">
              <a:solidFill>
                <a:srgbClr val="000000"/>
              </a:solidFill>
              <a:latin typeface="Constantia"/>
            </a:endParaRPr>
          </a:p>
          <a:p>
            <a:pPr marL="630720" lvl="1" indent="-264600">
              <a:lnSpc>
                <a:spcPct val="120000"/>
              </a:lnSpc>
              <a:buClr>
                <a:srgbClr val="0B5394"/>
              </a:buClr>
              <a:buSzPct val="85000"/>
              <a:buFont typeface="Wingdings 2" charset="2"/>
              <a:buChar char=""/>
              <a:tabLst>
                <a:tab pos="0" algn="l"/>
              </a:tabLst>
            </a:pPr>
            <a:r>
              <a:rPr lang="es-ES" sz="1700" b="0" strike="noStrike" spc="-1">
                <a:solidFill>
                  <a:srgbClr val="000000"/>
                </a:solidFill>
                <a:latin typeface="Calibri"/>
              </a:rPr>
              <a:t>El selector de hermanos utiliza el signo  ~: </a:t>
            </a:r>
            <a:r>
              <a:rPr lang="es-ES" sz="1700" b="1" strike="noStrike" spc="-1">
                <a:solidFill>
                  <a:srgbClr val="000000"/>
                </a:solidFill>
                <a:latin typeface="Calibri"/>
              </a:rPr>
              <a:t>elemento1 ~ elemento2 { ... }</a:t>
            </a:r>
            <a:endParaRPr lang="es-ES" sz="1700" b="0" strike="noStrike" spc="-1">
              <a:solidFill>
                <a:srgbClr val="000000"/>
              </a:solidFill>
              <a:latin typeface="Constantia"/>
            </a:endParaRPr>
          </a:p>
          <a:p>
            <a:pPr marL="630720" lvl="1" indent="-264600">
              <a:lnSpc>
                <a:spcPct val="120000"/>
              </a:lnSpc>
              <a:buClr>
                <a:srgbClr val="0B5394"/>
              </a:buClr>
              <a:buSzPct val="85000"/>
              <a:buFont typeface="Wingdings 2" charset="2"/>
              <a:buChar char=""/>
              <a:tabLst>
                <a:tab pos="0" algn="l"/>
              </a:tabLst>
            </a:pPr>
            <a:r>
              <a:rPr lang="es-ES" sz="1700" b="0" strike="noStrike" spc="-1">
                <a:solidFill>
                  <a:srgbClr val="000000"/>
                </a:solidFill>
                <a:latin typeface="Calibri"/>
              </a:rPr>
              <a:t>Este selector selecciona todos los elementos de tipo elemento2 que son hermanos de elemento1:</a:t>
            </a:r>
            <a:endParaRPr lang="es-ES" sz="1700" b="0" strike="noStrike" spc="-1">
              <a:solidFill>
                <a:srgbClr val="000000"/>
              </a:solidFill>
              <a:latin typeface="Constantia"/>
            </a:endParaRPr>
          </a:p>
          <a:p>
            <a:pPr marL="640080">
              <a:lnSpc>
                <a:spcPct val="100000"/>
              </a:lnSpc>
              <a:spcBef>
                <a:spcPts val="601"/>
              </a:spcBef>
              <a:tabLst>
                <a:tab pos="0" algn="l"/>
              </a:tabLst>
            </a:pPr>
            <a:endParaRPr lang="es-ES" sz="1700" b="0" strike="noStrike" spc="-1">
              <a:solidFill>
                <a:srgbClr val="000000"/>
              </a:solidFill>
              <a:latin typeface="Constantia"/>
            </a:endParaRPr>
          </a:p>
          <a:p>
            <a:pPr marL="355680">
              <a:lnSpc>
                <a:spcPct val="100000"/>
              </a:lnSpc>
              <a:spcBef>
                <a:spcPts val="601"/>
              </a:spcBef>
              <a:tabLst>
                <a:tab pos="0" algn="l"/>
              </a:tabLst>
            </a:pPr>
            <a:endParaRPr lang="es-ES" sz="1700" b="0" strike="noStrike" spc="-1">
              <a:solidFill>
                <a:srgbClr val="000000"/>
              </a:solidFill>
              <a:latin typeface="Constantia"/>
            </a:endParaRPr>
          </a:p>
          <a:p>
            <a:pPr marL="365760">
              <a:lnSpc>
                <a:spcPct val="120000"/>
              </a:lnSpc>
              <a:spcAft>
                <a:spcPts val="601"/>
              </a:spcAft>
              <a:tabLst>
                <a:tab pos="0" algn="l"/>
              </a:tabLst>
            </a:pPr>
            <a:endParaRPr lang="es-ES" sz="1700" b="0" strike="noStrike" spc="-1">
              <a:solidFill>
                <a:srgbClr val="000000"/>
              </a:solidFill>
              <a:latin typeface="Constantia"/>
            </a:endParaRPr>
          </a:p>
        </p:txBody>
      </p:sp>
      <p:sp>
        <p:nvSpPr>
          <p:cNvPr id="171" name="Marcador de número de diapositiva 4"/>
          <p:cNvSpPr txBox="1"/>
          <p:nvPr/>
        </p:nvSpPr>
        <p:spPr>
          <a:xfrm>
            <a:off x="7924680" y="6356520"/>
            <a:ext cx="761760" cy="364680"/>
          </a:xfrm>
          <a:prstGeom prst="rect">
            <a:avLst/>
          </a:prstGeom>
          <a:noFill/>
          <a:ln w="0">
            <a:noFill/>
          </a:ln>
        </p:spPr>
        <p:txBody>
          <a:bodyPr lIns="0" tIns="0" rIns="0" bIns="0" anchor="b">
            <a:noAutofit/>
          </a:bodyPr>
          <a:lstStyle/>
          <a:p>
            <a:pPr algn="r">
              <a:lnSpc>
                <a:spcPct val="100000"/>
              </a:lnSpc>
            </a:pPr>
            <a:fld id="{B9B4A96E-A2F6-4784-A89E-4FB9740E4D29}" type="slidenum">
              <a:rPr lang="es-ES" sz="1200" b="0" strike="noStrike" spc="-1">
                <a:solidFill>
                  <a:srgbClr val="035C75"/>
                </a:solidFill>
                <a:latin typeface="Constantia"/>
              </a:rPr>
              <a:t>17</a:t>
            </a:fld>
            <a:endParaRPr lang="es-ES" sz="1200" b="0" strike="noStrike" spc="-1">
              <a:latin typeface="Times New Roman"/>
            </a:endParaRPr>
          </a:p>
        </p:txBody>
      </p:sp>
      <p:sp>
        <p:nvSpPr>
          <p:cNvPr id="172" name="Text Box 4"/>
          <p:cNvSpPr/>
          <p:nvPr/>
        </p:nvSpPr>
        <p:spPr>
          <a:xfrm>
            <a:off x="1002600" y="3467160"/>
            <a:ext cx="7416360" cy="2268360"/>
          </a:xfrm>
          <a:prstGeom prst="rect">
            <a:avLst/>
          </a:prstGeom>
          <a:solidFill>
            <a:srgbClr val="FFFFFF"/>
          </a:solidFill>
          <a:ln w="3175">
            <a:solidFill>
              <a:srgbClr val="009DD9"/>
            </a:solidFill>
            <a:prstDash val="dash"/>
            <a:round/>
          </a:ln>
        </p:spPr>
        <p:style>
          <a:lnRef idx="2">
            <a:schemeClr val="accent2"/>
          </a:lnRef>
          <a:fillRef idx="1">
            <a:schemeClr val="lt1"/>
          </a:fillRef>
          <a:effectRef idx="0">
            <a:schemeClr val="accent2"/>
          </a:effectRef>
          <a:fontRef idx="minor"/>
        </p:style>
        <p:txBody>
          <a:bodyPr lIns="90000" tIns="45000" rIns="90000" bIns="45000">
            <a:spAutoFit/>
          </a:bodyPr>
          <a:lstStyle/>
          <a:p>
            <a:pPr>
              <a:lnSpc>
                <a:spcPct val="100000"/>
              </a:lnSpc>
              <a:tabLst>
                <a:tab pos="0" algn="l"/>
              </a:tabLst>
            </a:pPr>
            <a:r>
              <a:rPr lang="pt-BR" sz="1300" b="0" strike="noStrike" spc="-1">
                <a:solidFill>
                  <a:srgbClr val="000000"/>
                </a:solidFill>
                <a:latin typeface="Courier New"/>
              </a:rPr>
              <a:t>/* El primer &lt;h2&gt; se pondrá em rojo por ser hermano de &lt;h1&gt;.</a:t>
            </a:r>
            <a:endParaRPr lang="es-ES" sz="1300" b="0" strike="noStrike" spc="-1">
              <a:latin typeface="Arial"/>
            </a:endParaRPr>
          </a:p>
          <a:p>
            <a:pPr>
              <a:lnSpc>
                <a:spcPct val="100000"/>
              </a:lnSpc>
              <a:tabLst>
                <a:tab pos="0" algn="l"/>
              </a:tabLst>
            </a:pPr>
            <a:r>
              <a:rPr lang="pt-BR" sz="1300" b="0" strike="noStrike" spc="-1">
                <a:solidFill>
                  <a:srgbClr val="000000"/>
                </a:solidFill>
                <a:latin typeface="Courier New"/>
              </a:rPr>
              <a:t>El segundo &lt;h2&gt; se pondrá en rojo ya que también es hermano de &lt;h1&gt; */</a:t>
            </a:r>
            <a:endParaRPr lang="es-ES" sz="1300" b="0" strike="noStrike" spc="-1">
              <a:latin typeface="Arial"/>
            </a:endParaRPr>
          </a:p>
          <a:p>
            <a:pPr>
              <a:lnSpc>
                <a:spcPct val="100000"/>
              </a:lnSpc>
              <a:tabLst>
                <a:tab pos="0" algn="l"/>
              </a:tabLst>
            </a:pPr>
            <a:endParaRPr lang="es-ES" sz="1300" b="0" strike="noStrike" spc="-1">
              <a:latin typeface="Arial"/>
            </a:endParaRPr>
          </a:p>
          <a:p>
            <a:pPr marL="266760" indent="-266400">
              <a:lnSpc>
                <a:spcPct val="100000"/>
              </a:lnSpc>
              <a:tabLst>
                <a:tab pos="0" algn="l"/>
              </a:tabLst>
            </a:pPr>
            <a:r>
              <a:rPr lang="pt-BR" sz="1300" b="0" strike="noStrike" spc="-1">
                <a:solidFill>
                  <a:srgbClr val="000000"/>
                </a:solidFill>
                <a:latin typeface="Courier New"/>
              </a:rPr>
              <a:t>h1 ~ h2 { color: red }</a:t>
            </a:r>
            <a:endParaRPr lang="es-ES" sz="1300" b="0" strike="noStrike" spc="-1">
              <a:latin typeface="Arial"/>
            </a:endParaRPr>
          </a:p>
          <a:p>
            <a:pPr marL="266760" indent="-266400">
              <a:lnSpc>
                <a:spcPct val="100000"/>
              </a:lnSpc>
              <a:tabLst>
                <a:tab pos="0" algn="l"/>
              </a:tabLst>
            </a:pPr>
            <a:endParaRPr lang="es-ES" sz="1300" b="0" strike="noStrike" spc="-1">
              <a:latin typeface="Arial"/>
            </a:endParaRPr>
          </a:p>
          <a:p>
            <a:pPr marL="266760" indent="-266400">
              <a:lnSpc>
                <a:spcPct val="100000"/>
              </a:lnSpc>
              <a:tabLst>
                <a:tab pos="0" algn="l"/>
              </a:tabLst>
            </a:pPr>
            <a:r>
              <a:rPr lang="pt-BR" sz="1300" b="0" strike="noStrike" spc="-1">
                <a:solidFill>
                  <a:srgbClr val="000000"/>
                </a:solidFill>
                <a:latin typeface="Courier New"/>
              </a:rPr>
              <a:t>&lt;body&gt;</a:t>
            </a:r>
            <a:endParaRPr lang="es-ES" sz="1300" b="0" strike="noStrike" spc="-1">
              <a:latin typeface="Arial"/>
            </a:endParaRPr>
          </a:p>
          <a:p>
            <a:pPr marL="266760">
              <a:lnSpc>
                <a:spcPct val="100000"/>
              </a:lnSpc>
              <a:tabLst>
                <a:tab pos="0" algn="l"/>
              </a:tabLst>
            </a:pPr>
            <a:r>
              <a:rPr lang="pt-BR" sz="1300" b="0" strike="noStrike" spc="-1">
                <a:solidFill>
                  <a:srgbClr val="000000"/>
                </a:solidFill>
                <a:latin typeface="Courier New"/>
              </a:rPr>
              <a:t>&lt;h1&gt;Titulo1&lt;/h1&gt;</a:t>
            </a:r>
            <a:endParaRPr lang="es-ES" sz="1300" b="0" strike="noStrike" spc="-1">
              <a:latin typeface="Arial"/>
            </a:endParaRPr>
          </a:p>
          <a:p>
            <a:pPr marL="266760">
              <a:lnSpc>
                <a:spcPct val="100000"/>
              </a:lnSpc>
              <a:tabLst>
                <a:tab pos="0" algn="l"/>
              </a:tabLst>
            </a:pPr>
            <a:r>
              <a:rPr lang="pt-BR" sz="1300" b="0" strike="noStrike" spc="-1">
                <a:solidFill>
                  <a:srgbClr val="000000"/>
                </a:solidFill>
                <a:latin typeface="Courier New"/>
              </a:rPr>
              <a:t>&lt;h2&gt;Subtítulo&lt;/h2&gt;</a:t>
            </a:r>
            <a:endParaRPr lang="es-ES" sz="1300" b="0" strike="noStrike" spc="-1">
              <a:latin typeface="Arial"/>
            </a:endParaRPr>
          </a:p>
          <a:p>
            <a:pPr marL="266760">
              <a:lnSpc>
                <a:spcPct val="100000"/>
              </a:lnSpc>
              <a:tabLst>
                <a:tab pos="0" algn="l"/>
              </a:tabLst>
            </a:pPr>
            <a:r>
              <a:rPr lang="pt-BR" sz="1300" b="0" strike="noStrike" spc="-1">
                <a:solidFill>
                  <a:srgbClr val="000000"/>
                </a:solidFill>
                <a:latin typeface="Courier New"/>
              </a:rPr>
              <a:t>... </a:t>
            </a:r>
            <a:endParaRPr lang="es-ES" sz="1300" b="0" strike="noStrike" spc="-1">
              <a:latin typeface="Arial"/>
            </a:endParaRPr>
          </a:p>
          <a:p>
            <a:pPr marL="266760">
              <a:lnSpc>
                <a:spcPct val="100000"/>
              </a:lnSpc>
              <a:tabLst>
                <a:tab pos="0" algn="l"/>
              </a:tabLst>
            </a:pPr>
            <a:r>
              <a:rPr lang="pt-BR" sz="1300" b="0" strike="noStrike" spc="-1">
                <a:solidFill>
                  <a:srgbClr val="000000"/>
                </a:solidFill>
                <a:latin typeface="Courier New"/>
              </a:rPr>
              <a:t>&lt;h2&gt;Otro subtítulo&lt;/h2&gt;</a:t>
            </a:r>
            <a:endParaRPr lang="es-ES" sz="1300" b="0" strike="noStrike" spc="-1">
              <a:latin typeface="Arial"/>
            </a:endParaRPr>
          </a:p>
          <a:p>
            <a:pPr>
              <a:lnSpc>
                <a:spcPct val="100000"/>
              </a:lnSpc>
              <a:tabLst>
                <a:tab pos="0" algn="l"/>
              </a:tabLst>
            </a:pPr>
            <a:r>
              <a:rPr lang="pt-BR" sz="1300" b="0" strike="noStrike" spc="-1">
                <a:solidFill>
                  <a:srgbClr val="000000"/>
                </a:solidFill>
                <a:latin typeface="Courier New"/>
              </a:rPr>
              <a:t>&lt;/body&gt;</a:t>
            </a:r>
            <a:endParaRPr lang="es-ES" sz="1300" b="0" strike="noStrike" spc="-1">
              <a:latin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 name="Título 1"/>
          <p:cNvSpPr txBox="1"/>
          <p:nvPr/>
        </p:nvSpPr>
        <p:spPr>
          <a:xfrm>
            <a:off x="457200" y="332640"/>
            <a:ext cx="8506800" cy="1142640"/>
          </a:xfrm>
          <a:prstGeom prst="rect">
            <a:avLst/>
          </a:prstGeom>
          <a:noFill/>
          <a:ln w="0">
            <a:noFill/>
          </a:ln>
        </p:spPr>
        <p:txBody>
          <a:bodyPr lIns="0" tIns="45000" rIns="0" bIns="0" anchor="b">
            <a:normAutofit/>
          </a:bodyPr>
          <a:lstStyle/>
          <a:p>
            <a:pPr>
              <a:lnSpc>
                <a:spcPct val="100000"/>
              </a:lnSpc>
            </a:pPr>
            <a:r>
              <a:rPr lang="es-ES" sz="4000" b="0" strike="noStrike" spc="-1">
                <a:solidFill>
                  <a:srgbClr val="04617B"/>
                </a:solidFill>
                <a:latin typeface="Calibri"/>
              </a:rPr>
              <a:t>Selectores avanzados</a:t>
            </a:r>
            <a:endParaRPr lang="es-ES" sz="4000" b="0" strike="noStrike" spc="-1">
              <a:solidFill>
                <a:srgbClr val="000000"/>
              </a:solidFill>
              <a:latin typeface="Constantia"/>
            </a:endParaRPr>
          </a:p>
        </p:txBody>
      </p:sp>
      <p:sp>
        <p:nvSpPr>
          <p:cNvPr id="174" name="Marcador de contenido 2"/>
          <p:cNvSpPr txBox="1"/>
          <p:nvPr/>
        </p:nvSpPr>
        <p:spPr>
          <a:xfrm>
            <a:off x="467640" y="1556640"/>
            <a:ext cx="7920360" cy="4968360"/>
          </a:xfrm>
          <a:prstGeom prst="rect">
            <a:avLst/>
          </a:prstGeom>
          <a:noFill/>
          <a:ln w="0">
            <a:noFill/>
          </a:ln>
        </p:spPr>
        <p:txBody>
          <a:bodyPr lIns="90000" tIns="45000" rIns="90000" bIns="45000">
            <a:noAutofit/>
          </a:bodyPr>
          <a:lstStyle/>
          <a:p>
            <a:pPr>
              <a:lnSpc>
                <a:spcPct val="120000"/>
              </a:lnSpc>
              <a:spcAft>
                <a:spcPts val="601"/>
              </a:spcAft>
              <a:tabLst>
                <a:tab pos="0" algn="l"/>
              </a:tabLst>
            </a:pPr>
            <a:r>
              <a:rPr lang="es-ES" sz="2400" b="1" strike="noStrike" spc="-1">
                <a:solidFill>
                  <a:srgbClr val="000000"/>
                </a:solidFill>
                <a:latin typeface="Calibri"/>
              </a:rPr>
              <a:t>Selector de atributo</a:t>
            </a:r>
            <a:endParaRPr lang="es-ES" sz="2400" b="0" strike="noStrike" spc="-1">
              <a:solidFill>
                <a:srgbClr val="000000"/>
              </a:solidFill>
              <a:latin typeface="Constantia"/>
            </a:endParaRPr>
          </a:p>
          <a:p>
            <a:pPr marL="538200" lvl="2" indent="-342720" algn="just">
              <a:lnSpc>
                <a:spcPct val="120000"/>
              </a:lnSpc>
              <a:buClr>
                <a:srgbClr val="0B5394"/>
              </a:buClr>
              <a:buSzPct val="90000"/>
              <a:buFont typeface="Calibri"/>
              <a:buAutoNum type="arabicPeriod"/>
              <a:tabLst>
                <a:tab pos="0" algn="l"/>
              </a:tabLst>
            </a:pPr>
            <a:r>
              <a:rPr lang="es-ES" sz="1600" b="0" strike="noStrike" spc="-1">
                <a:solidFill>
                  <a:srgbClr val="000000"/>
                </a:solidFill>
                <a:latin typeface="Calibri"/>
              </a:rPr>
              <a:t>[</a:t>
            </a:r>
            <a:r>
              <a:rPr lang="es-ES" sz="1600" b="1" strike="noStrike" spc="-1">
                <a:solidFill>
                  <a:srgbClr val="000000"/>
                </a:solidFill>
                <a:latin typeface="Calibri"/>
              </a:rPr>
              <a:t>nombre_atributo</a:t>
            </a:r>
            <a:r>
              <a:rPr lang="es-ES" sz="1600" b="0" strike="noStrike" spc="-1">
                <a:solidFill>
                  <a:srgbClr val="000000"/>
                </a:solidFill>
                <a:latin typeface="Calibri"/>
              </a:rPr>
              <a:t>], selecciona los elementos que tienen establecido el atributo llamado nombre_atributo, independientemente de su valor.</a:t>
            </a:r>
            <a:endParaRPr lang="es-ES" sz="1600" b="0" strike="noStrike" spc="-1">
              <a:solidFill>
                <a:srgbClr val="000000"/>
              </a:solidFill>
              <a:latin typeface="Constantia"/>
            </a:endParaRPr>
          </a:p>
          <a:p>
            <a:endParaRPr lang="es-ES" sz="1600" b="0" strike="noStrike" spc="-1">
              <a:solidFill>
                <a:srgbClr val="000000"/>
              </a:solidFill>
              <a:latin typeface="Constantia"/>
            </a:endParaRPr>
          </a:p>
          <a:p>
            <a:endParaRPr lang="es-ES" sz="1600" b="0" strike="noStrike" spc="-1">
              <a:solidFill>
                <a:srgbClr val="000000"/>
              </a:solidFill>
              <a:latin typeface="Constantia"/>
            </a:endParaRPr>
          </a:p>
          <a:p>
            <a:endParaRPr lang="es-ES" sz="1600" b="0" strike="noStrike" spc="-1">
              <a:solidFill>
                <a:srgbClr val="000000"/>
              </a:solidFill>
              <a:latin typeface="Constantia"/>
            </a:endParaRPr>
          </a:p>
          <a:p>
            <a:endParaRPr lang="es-ES" sz="1600" b="0" strike="noStrike" spc="-1">
              <a:solidFill>
                <a:srgbClr val="000000"/>
              </a:solidFill>
              <a:latin typeface="Constantia"/>
            </a:endParaRPr>
          </a:p>
          <a:p>
            <a:endParaRPr lang="es-ES" sz="1600" b="0" strike="noStrike" spc="-1">
              <a:solidFill>
                <a:srgbClr val="000000"/>
              </a:solidFill>
              <a:latin typeface="Constantia"/>
            </a:endParaRPr>
          </a:p>
          <a:p>
            <a:pPr marL="538200" lvl="2" indent="-342720" algn="just">
              <a:lnSpc>
                <a:spcPct val="100000"/>
              </a:lnSpc>
              <a:buClr>
                <a:srgbClr val="0B5394"/>
              </a:buClr>
              <a:buSzPct val="90000"/>
              <a:buFont typeface="Calibri"/>
              <a:buAutoNum type="arabicPeriod" startAt="2"/>
              <a:tabLst>
                <a:tab pos="0" algn="l"/>
              </a:tabLst>
            </a:pPr>
            <a:r>
              <a:rPr lang="es-ES" sz="1600" b="0" strike="noStrike" spc="-1">
                <a:solidFill>
                  <a:srgbClr val="000000"/>
                </a:solidFill>
                <a:latin typeface="Calibri"/>
              </a:rPr>
              <a:t>[</a:t>
            </a:r>
            <a:r>
              <a:rPr lang="es-ES" sz="1600" b="1" strike="noStrike" spc="-1">
                <a:solidFill>
                  <a:srgbClr val="000000"/>
                </a:solidFill>
                <a:latin typeface="Calibri"/>
              </a:rPr>
              <a:t>nombre_atributo=valor</a:t>
            </a:r>
            <a:r>
              <a:rPr lang="es-ES" sz="1600" b="0" strike="noStrike" spc="-1">
                <a:solidFill>
                  <a:srgbClr val="000000"/>
                </a:solidFill>
                <a:latin typeface="Calibri"/>
              </a:rPr>
              <a:t>], selecciona los elementos que tienen establecido un atributo llamado nombre_atributo con un valor igual a valor.</a:t>
            </a:r>
            <a:endParaRPr lang="es-ES" sz="1600" b="0" strike="noStrike" spc="-1">
              <a:solidFill>
                <a:srgbClr val="000000"/>
              </a:solidFill>
              <a:latin typeface="Constantia"/>
            </a:endParaRPr>
          </a:p>
          <a:p>
            <a:endParaRPr lang="es-ES" sz="1600" b="0" strike="noStrike" spc="-1">
              <a:solidFill>
                <a:srgbClr val="000000"/>
              </a:solidFill>
              <a:latin typeface="Constantia"/>
            </a:endParaRPr>
          </a:p>
          <a:p>
            <a:endParaRPr lang="es-ES" sz="1600" b="0" strike="noStrike" spc="-1">
              <a:solidFill>
                <a:srgbClr val="000000"/>
              </a:solidFill>
              <a:latin typeface="Constantia"/>
            </a:endParaRPr>
          </a:p>
          <a:p>
            <a:endParaRPr lang="es-ES" sz="1600" b="0" strike="noStrike" spc="-1">
              <a:solidFill>
                <a:srgbClr val="000000"/>
              </a:solidFill>
              <a:latin typeface="Constantia"/>
            </a:endParaRPr>
          </a:p>
          <a:p>
            <a:endParaRPr lang="es-ES" sz="1600" b="0" strike="noStrike" spc="-1">
              <a:solidFill>
                <a:srgbClr val="000000"/>
              </a:solidFill>
              <a:latin typeface="Constantia"/>
            </a:endParaRPr>
          </a:p>
          <a:p>
            <a:endParaRPr lang="es-ES" sz="1600" b="0" strike="noStrike" spc="-1">
              <a:solidFill>
                <a:srgbClr val="000000"/>
              </a:solidFill>
              <a:latin typeface="Constantia"/>
            </a:endParaRPr>
          </a:p>
          <a:p>
            <a:pPr marL="365760">
              <a:lnSpc>
                <a:spcPct val="120000"/>
              </a:lnSpc>
              <a:spcAft>
                <a:spcPts val="601"/>
              </a:spcAft>
              <a:tabLst>
                <a:tab pos="0" algn="l"/>
              </a:tabLst>
            </a:pPr>
            <a:endParaRPr lang="es-ES" sz="1600" b="0" strike="noStrike" spc="-1">
              <a:solidFill>
                <a:srgbClr val="000000"/>
              </a:solidFill>
              <a:latin typeface="Constantia"/>
            </a:endParaRPr>
          </a:p>
        </p:txBody>
      </p:sp>
      <p:sp>
        <p:nvSpPr>
          <p:cNvPr id="175" name="Marcador de número de diapositiva 4"/>
          <p:cNvSpPr txBox="1"/>
          <p:nvPr/>
        </p:nvSpPr>
        <p:spPr>
          <a:xfrm>
            <a:off x="7924680" y="6356520"/>
            <a:ext cx="761760" cy="364680"/>
          </a:xfrm>
          <a:prstGeom prst="rect">
            <a:avLst/>
          </a:prstGeom>
          <a:noFill/>
          <a:ln w="0">
            <a:noFill/>
          </a:ln>
        </p:spPr>
        <p:txBody>
          <a:bodyPr lIns="0" tIns="0" rIns="0" bIns="0" anchor="b">
            <a:noAutofit/>
          </a:bodyPr>
          <a:lstStyle/>
          <a:p>
            <a:pPr algn="r">
              <a:lnSpc>
                <a:spcPct val="100000"/>
              </a:lnSpc>
            </a:pPr>
            <a:fld id="{717EAE2D-F896-4A55-9D7B-4E7FE694C292}" type="slidenum">
              <a:rPr lang="es-ES" sz="1200" b="0" strike="noStrike" spc="-1">
                <a:solidFill>
                  <a:srgbClr val="035C75"/>
                </a:solidFill>
                <a:latin typeface="Constantia"/>
              </a:rPr>
              <a:t>18</a:t>
            </a:fld>
            <a:endParaRPr lang="es-ES" sz="1200" b="0" strike="noStrike" spc="-1">
              <a:latin typeface="Times New Roman"/>
            </a:endParaRPr>
          </a:p>
        </p:txBody>
      </p:sp>
      <p:sp>
        <p:nvSpPr>
          <p:cNvPr id="176" name="Text Box 4"/>
          <p:cNvSpPr/>
          <p:nvPr/>
        </p:nvSpPr>
        <p:spPr>
          <a:xfrm>
            <a:off x="1115640" y="2704481"/>
            <a:ext cx="7272360" cy="1185480"/>
          </a:xfrm>
          <a:prstGeom prst="rect">
            <a:avLst/>
          </a:prstGeom>
          <a:solidFill>
            <a:srgbClr val="FFFFFF"/>
          </a:solidFill>
          <a:ln w="3175">
            <a:solidFill>
              <a:srgbClr val="009DD9"/>
            </a:solidFill>
            <a:prstDash val="dash"/>
            <a:round/>
          </a:ln>
        </p:spPr>
        <p:style>
          <a:lnRef idx="2">
            <a:schemeClr val="accent2"/>
          </a:lnRef>
          <a:fillRef idx="1">
            <a:schemeClr val="lt1"/>
          </a:fillRef>
          <a:effectRef idx="0">
            <a:schemeClr val="accent2"/>
          </a:effectRef>
          <a:fontRef idx="minor"/>
        </p:style>
        <p:txBody>
          <a:bodyPr lIns="90000" tIns="45000" rIns="90000" bIns="45000">
            <a:spAutoFit/>
          </a:bodyPr>
          <a:lstStyle/>
          <a:p>
            <a:pPr marL="266760" indent="-266400">
              <a:lnSpc>
                <a:spcPct val="100000"/>
              </a:lnSpc>
              <a:tabLst>
                <a:tab pos="0" algn="l"/>
              </a:tabLst>
            </a:pPr>
            <a:r>
              <a:rPr lang="es-ES" sz="1200" b="0" strike="noStrike" spc="-1">
                <a:solidFill>
                  <a:srgbClr val="000000"/>
                </a:solidFill>
                <a:latin typeface="Courier New"/>
              </a:rPr>
              <a:t>/* Se muestran en azul todos los &lt;a&gt; que tengan un atributo class, independientemente de su valor */</a:t>
            </a:r>
            <a:endParaRPr lang="es-ES" sz="1200" b="0" strike="noStrike" spc="-1">
              <a:latin typeface="Arial"/>
            </a:endParaRPr>
          </a:p>
          <a:p>
            <a:pPr marL="266760" indent="-266400">
              <a:lnSpc>
                <a:spcPct val="100000"/>
              </a:lnSpc>
              <a:tabLst>
                <a:tab pos="0" algn="l"/>
              </a:tabLst>
            </a:pPr>
            <a:endParaRPr lang="es-ES" sz="1200" b="0" strike="noStrike" spc="-1">
              <a:latin typeface="Arial"/>
            </a:endParaRPr>
          </a:p>
          <a:p>
            <a:pPr marL="266760" indent="-266400">
              <a:lnSpc>
                <a:spcPct val="100000"/>
              </a:lnSpc>
              <a:tabLst>
                <a:tab pos="0" algn="l"/>
              </a:tabLst>
            </a:pPr>
            <a:r>
              <a:rPr lang="es-ES" sz="1200" b="0" strike="noStrike" spc="-1">
                <a:solidFill>
                  <a:srgbClr val="000000"/>
                </a:solidFill>
                <a:latin typeface="Courier New"/>
              </a:rPr>
              <a:t>a[class] { </a:t>
            </a:r>
            <a:endParaRPr lang="es-ES" sz="1200" b="0" strike="noStrike" spc="-1">
              <a:latin typeface="Arial"/>
            </a:endParaRPr>
          </a:p>
          <a:p>
            <a:pPr marL="266760" indent="-266400">
              <a:lnSpc>
                <a:spcPct val="100000"/>
              </a:lnSpc>
              <a:tabLst>
                <a:tab pos="0" algn="l"/>
              </a:tabLst>
            </a:pPr>
            <a:r>
              <a:rPr lang="es-ES" sz="1200" b="0" strike="noStrike" spc="-1">
                <a:solidFill>
                  <a:srgbClr val="000000"/>
                </a:solidFill>
                <a:latin typeface="Courier New"/>
              </a:rPr>
              <a:t>  color: blue; </a:t>
            </a:r>
            <a:endParaRPr lang="es-ES" sz="1200" b="0" strike="noStrike" spc="-1">
              <a:latin typeface="Arial"/>
            </a:endParaRPr>
          </a:p>
          <a:p>
            <a:pPr marL="266760" indent="-266400">
              <a:lnSpc>
                <a:spcPct val="100000"/>
              </a:lnSpc>
              <a:tabLst>
                <a:tab pos="0" algn="l"/>
              </a:tabLst>
            </a:pPr>
            <a:r>
              <a:rPr lang="es-ES" sz="1200" b="0" strike="noStrike" spc="-1">
                <a:solidFill>
                  <a:srgbClr val="000000"/>
                </a:solidFill>
                <a:latin typeface="Courier New"/>
              </a:rPr>
              <a:t>}</a:t>
            </a:r>
            <a:endParaRPr lang="es-ES" sz="1200" b="0" strike="noStrike" spc="-1">
              <a:latin typeface="Arial"/>
            </a:endParaRPr>
          </a:p>
        </p:txBody>
      </p:sp>
      <p:sp>
        <p:nvSpPr>
          <p:cNvPr id="177" name="Text Box 4"/>
          <p:cNvSpPr/>
          <p:nvPr/>
        </p:nvSpPr>
        <p:spPr>
          <a:xfrm>
            <a:off x="1115640" y="4725000"/>
            <a:ext cx="7272360" cy="1733040"/>
          </a:xfrm>
          <a:prstGeom prst="rect">
            <a:avLst/>
          </a:prstGeom>
          <a:solidFill>
            <a:srgbClr val="FFFFFF"/>
          </a:solidFill>
          <a:ln w="3175">
            <a:solidFill>
              <a:srgbClr val="009DD9"/>
            </a:solidFill>
            <a:prstDash val="dash"/>
            <a:round/>
          </a:ln>
        </p:spPr>
        <p:style>
          <a:lnRef idx="2">
            <a:schemeClr val="accent2"/>
          </a:lnRef>
          <a:fillRef idx="1">
            <a:schemeClr val="lt1"/>
          </a:fillRef>
          <a:effectRef idx="0">
            <a:schemeClr val="accent2"/>
          </a:effectRef>
          <a:fontRef idx="minor"/>
        </p:style>
        <p:txBody>
          <a:bodyPr lIns="90000" tIns="45000" rIns="90000" bIns="45000">
            <a:spAutoFit/>
          </a:bodyPr>
          <a:lstStyle/>
          <a:p>
            <a:pPr marL="266760" indent="-266400">
              <a:lnSpc>
                <a:spcPct val="100000"/>
              </a:lnSpc>
              <a:tabLst>
                <a:tab pos="0" algn="l"/>
              </a:tabLst>
            </a:pPr>
            <a:r>
              <a:rPr lang="es-ES" sz="1200" b="0" strike="noStrike" spc="-1">
                <a:solidFill>
                  <a:srgbClr val="000000"/>
                </a:solidFill>
                <a:latin typeface="Courier New"/>
              </a:rPr>
              <a:t>/* Se muestran en azul todos los &lt;a&gt; que tengan un atributo class="externo"*/</a:t>
            </a:r>
            <a:endParaRPr lang="es-ES" sz="1200" b="0" strike="noStrike" spc="-1">
              <a:latin typeface="Arial"/>
            </a:endParaRPr>
          </a:p>
          <a:p>
            <a:pPr marL="266760" indent="-266400">
              <a:lnSpc>
                <a:spcPct val="100000"/>
              </a:lnSpc>
              <a:tabLst>
                <a:tab pos="0" algn="l"/>
              </a:tabLst>
            </a:pPr>
            <a:r>
              <a:rPr lang="es-ES" sz="1200" b="0" strike="noStrike" spc="-1">
                <a:solidFill>
                  <a:srgbClr val="000000"/>
                </a:solidFill>
                <a:latin typeface="Courier New"/>
              </a:rPr>
              <a:t>a[class="externo"] {      /* Sería equivalente a: a.externo {color:blue} */</a:t>
            </a:r>
            <a:endParaRPr lang="es-ES" sz="1200" b="0" strike="noStrike" spc="-1">
              <a:latin typeface="Arial"/>
            </a:endParaRPr>
          </a:p>
          <a:p>
            <a:pPr marL="266760" indent="-266400">
              <a:lnSpc>
                <a:spcPct val="100000"/>
              </a:lnSpc>
              <a:tabLst>
                <a:tab pos="0" algn="l"/>
              </a:tabLst>
            </a:pPr>
            <a:r>
              <a:rPr lang="es-ES" sz="1200" b="0" strike="noStrike" spc="-1">
                <a:solidFill>
                  <a:srgbClr val="000000"/>
                </a:solidFill>
                <a:latin typeface="Courier New"/>
              </a:rPr>
              <a:t>  color: blue; </a:t>
            </a:r>
            <a:endParaRPr lang="es-ES" sz="1200" b="0" strike="noStrike" spc="-1">
              <a:latin typeface="Arial"/>
            </a:endParaRPr>
          </a:p>
          <a:p>
            <a:pPr marL="266760" indent="-266400">
              <a:lnSpc>
                <a:spcPct val="100000"/>
              </a:lnSpc>
              <a:tabLst>
                <a:tab pos="0" algn="l"/>
              </a:tabLst>
            </a:pPr>
            <a:r>
              <a:rPr lang="es-ES" sz="1200" b="0" strike="noStrike" spc="-1">
                <a:solidFill>
                  <a:srgbClr val="000000"/>
                </a:solidFill>
                <a:latin typeface="Courier New"/>
              </a:rPr>
              <a:t>}</a:t>
            </a:r>
            <a:endParaRPr lang="es-ES" sz="1200" b="0" strike="noStrike" spc="-1">
              <a:latin typeface="Arial"/>
            </a:endParaRPr>
          </a:p>
          <a:p>
            <a:pPr marL="266760" indent="-266400">
              <a:lnSpc>
                <a:spcPct val="100000"/>
              </a:lnSpc>
              <a:tabLst>
                <a:tab pos="0" algn="l"/>
              </a:tabLst>
            </a:pPr>
            <a:endParaRPr lang="es-ES" sz="1200" b="0" strike="noStrike" spc="-1">
              <a:latin typeface="Arial"/>
            </a:endParaRPr>
          </a:p>
          <a:p>
            <a:pPr>
              <a:lnSpc>
                <a:spcPct val="100000"/>
              </a:lnSpc>
              <a:tabLst>
                <a:tab pos="0" algn="l"/>
              </a:tabLst>
            </a:pPr>
            <a:r>
              <a:rPr lang="es-ES" sz="1200" b="0" strike="noStrike" spc="-1">
                <a:solidFill>
                  <a:srgbClr val="000000"/>
                </a:solidFill>
                <a:latin typeface="Courier New"/>
              </a:rPr>
              <a:t>/* Se muestran en azul todos los &lt;a&gt; que apuntan a "http://www.ejemplo.com"*/</a:t>
            </a:r>
            <a:endParaRPr lang="es-ES" sz="1200" b="0" strike="noStrike" spc="-1">
              <a:latin typeface="Arial"/>
            </a:endParaRPr>
          </a:p>
          <a:p>
            <a:pPr marL="266760" indent="-266400">
              <a:lnSpc>
                <a:spcPct val="100000"/>
              </a:lnSpc>
              <a:tabLst>
                <a:tab pos="0" algn="l"/>
              </a:tabLst>
            </a:pPr>
            <a:r>
              <a:rPr lang="es-ES" sz="1200" b="0" strike="noStrike" spc="-1">
                <a:solidFill>
                  <a:srgbClr val="000000"/>
                </a:solidFill>
                <a:latin typeface="Courier New"/>
              </a:rPr>
              <a:t>a[href="http://www.ejemplo.com"] {</a:t>
            </a:r>
            <a:endParaRPr lang="es-ES" sz="1200" b="0" strike="noStrike" spc="-1">
              <a:latin typeface="Arial"/>
            </a:endParaRPr>
          </a:p>
          <a:p>
            <a:pPr marL="266760" indent="-266400">
              <a:lnSpc>
                <a:spcPct val="100000"/>
              </a:lnSpc>
              <a:tabLst>
                <a:tab pos="0" algn="l"/>
              </a:tabLst>
            </a:pPr>
            <a:r>
              <a:rPr lang="es-ES" sz="1200" b="0" strike="noStrike" spc="-1">
                <a:solidFill>
                  <a:srgbClr val="000000"/>
                </a:solidFill>
                <a:latin typeface="Courier New"/>
              </a:rPr>
              <a:t>  color: blue; </a:t>
            </a:r>
            <a:endParaRPr lang="es-ES" sz="1200" b="0" strike="noStrike" spc="-1">
              <a:latin typeface="Arial"/>
            </a:endParaRPr>
          </a:p>
          <a:p>
            <a:pPr marL="266760" indent="-266400">
              <a:lnSpc>
                <a:spcPct val="100000"/>
              </a:lnSpc>
              <a:tabLst>
                <a:tab pos="0" algn="l"/>
              </a:tabLst>
            </a:pPr>
            <a:r>
              <a:rPr lang="es-ES" sz="1200" b="0" strike="noStrike" spc="-1">
                <a:solidFill>
                  <a:srgbClr val="000000"/>
                </a:solidFill>
                <a:latin typeface="Courier New"/>
              </a:rPr>
              <a:t>}</a:t>
            </a:r>
            <a:endParaRPr lang="es-ES" sz="1200" b="0" strike="noStrike" spc="-1">
              <a:latin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 name="Título 1"/>
          <p:cNvSpPr txBox="1"/>
          <p:nvPr/>
        </p:nvSpPr>
        <p:spPr>
          <a:xfrm>
            <a:off x="457200" y="332640"/>
            <a:ext cx="8506800" cy="1142640"/>
          </a:xfrm>
          <a:prstGeom prst="rect">
            <a:avLst/>
          </a:prstGeom>
          <a:noFill/>
          <a:ln w="0">
            <a:noFill/>
          </a:ln>
        </p:spPr>
        <p:txBody>
          <a:bodyPr lIns="0" tIns="45000" rIns="0" bIns="0" anchor="b">
            <a:normAutofit/>
          </a:bodyPr>
          <a:lstStyle/>
          <a:p>
            <a:pPr>
              <a:lnSpc>
                <a:spcPct val="100000"/>
              </a:lnSpc>
            </a:pPr>
            <a:r>
              <a:rPr lang="es-ES" sz="4000" b="0" strike="noStrike" spc="-1">
                <a:solidFill>
                  <a:srgbClr val="04617B"/>
                </a:solidFill>
                <a:latin typeface="Calibri"/>
              </a:rPr>
              <a:t>Selectores avanzados</a:t>
            </a:r>
            <a:endParaRPr lang="es-ES" sz="4000" b="0" strike="noStrike" spc="-1">
              <a:solidFill>
                <a:srgbClr val="000000"/>
              </a:solidFill>
              <a:latin typeface="Constantia"/>
            </a:endParaRPr>
          </a:p>
        </p:txBody>
      </p:sp>
      <p:sp>
        <p:nvSpPr>
          <p:cNvPr id="179" name="Marcador de contenido 2"/>
          <p:cNvSpPr txBox="1"/>
          <p:nvPr/>
        </p:nvSpPr>
        <p:spPr>
          <a:xfrm>
            <a:off x="467640" y="1556640"/>
            <a:ext cx="7920360" cy="4968360"/>
          </a:xfrm>
          <a:prstGeom prst="rect">
            <a:avLst/>
          </a:prstGeom>
          <a:noFill/>
          <a:ln w="0">
            <a:noFill/>
          </a:ln>
        </p:spPr>
        <p:txBody>
          <a:bodyPr lIns="90000" tIns="45000" rIns="90000" bIns="45000">
            <a:noAutofit/>
          </a:bodyPr>
          <a:lstStyle/>
          <a:p>
            <a:pPr>
              <a:lnSpc>
                <a:spcPct val="120000"/>
              </a:lnSpc>
              <a:spcAft>
                <a:spcPts val="601"/>
              </a:spcAft>
              <a:tabLst>
                <a:tab pos="0" algn="l"/>
              </a:tabLst>
            </a:pPr>
            <a:r>
              <a:rPr lang="es-ES" sz="2400" b="1" strike="noStrike" spc="-1">
                <a:solidFill>
                  <a:srgbClr val="000000"/>
                </a:solidFill>
                <a:latin typeface="Calibri"/>
              </a:rPr>
              <a:t>Selector de atributo</a:t>
            </a:r>
            <a:endParaRPr lang="es-ES" sz="2400" b="0" strike="noStrike" spc="-1">
              <a:solidFill>
                <a:srgbClr val="000000"/>
              </a:solidFill>
              <a:latin typeface="Constantia"/>
            </a:endParaRPr>
          </a:p>
          <a:p>
            <a:pPr marL="538200" lvl="2" indent="-342720" algn="just">
              <a:lnSpc>
                <a:spcPct val="100000"/>
              </a:lnSpc>
              <a:buClr>
                <a:srgbClr val="0B5394"/>
              </a:buClr>
              <a:buSzPct val="90000"/>
              <a:buFont typeface="Calibri"/>
              <a:buAutoNum type="arabicPeriod" startAt="3"/>
              <a:tabLst>
                <a:tab pos="0" algn="l"/>
              </a:tabLst>
            </a:pPr>
            <a:r>
              <a:rPr lang="es-ES" sz="1600" b="0" strike="noStrike" spc="-1">
                <a:solidFill>
                  <a:srgbClr val="000000"/>
                </a:solidFill>
                <a:latin typeface="Calibri"/>
              </a:rPr>
              <a:t>[</a:t>
            </a:r>
            <a:r>
              <a:rPr lang="es-ES" sz="1600" b="1" strike="noStrike" spc="-1">
                <a:solidFill>
                  <a:srgbClr val="000000"/>
                </a:solidFill>
                <a:latin typeface="Calibri"/>
              </a:rPr>
              <a:t>nombre_atributo~=valor</a:t>
            </a:r>
            <a:r>
              <a:rPr lang="es-ES" sz="1600" b="0" strike="noStrike" spc="-1">
                <a:solidFill>
                  <a:srgbClr val="000000"/>
                </a:solidFill>
                <a:latin typeface="Calibri"/>
              </a:rPr>
              <a:t>], selecciona los elementos que tienen establecido un atributo llamado nombre_atributo y al menos uno de los valores del atributo es valor.</a:t>
            </a:r>
            <a:endParaRPr lang="es-ES" sz="1600" b="0" strike="noStrike" spc="-1">
              <a:solidFill>
                <a:srgbClr val="000000"/>
              </a:solidFill>
              <a:latin typeface="Constantia"/>
            </a:endParaRPr>
          </a:p>
          <a:p>
            <a:endParaRPr lang="es-ES" sz="1600" b="0" strike="noStrike" spc="-1">
              <a:solidFill>
                <a:srgbClr val="000000"/>
              </a:solidFill>
              <a:latin typeface="Constantia"/>
            </a:endParaRPr>
          </a:p>
          <a:p>
            <a:endParaRPr lang="es-ES" sz="1600" b="0" strike="noStrike" spc="-1">
              <a:solidFill>
                <a:srgbClr val="000000"/>
              </a:solidFill>
              <a:latin typeface="Constantia"/>
            </a:endParaRPr>
          </a:p>
          <a:p>
            <a:endParaRPr lang="es-ES" sz="1600" b="0" strike="noStrike" spc="-1">
              <a:solidFill>
                <a:srgbClr val="000000"/>
              </a:solidFill>
              <a:latin typeface="Constantia"/>
            </a:endParaRPr>
          </a:p>
          <a:p>
            <a:endParaRPr lang="es-ES" sz="1600" b="0" strike="noStrike" spc="-1">
              <a:solidFill>
                <a:srgbClr val="000000"/>
              </a:solidFill>
              <a:latin typeface="Constantia"/>
            </a:endParaRPr>
          </a:p>
          <a:p>
            <a:endParaRPr lang="es-ES" sz="1600" b="0" strike="noStrike" spc="-1">
              <a:solidFill>
                <a:srgbClr val="000000"/>
              </a:solidFill>
              <a:latin typeface="Constantia"/>
            </a:endParaRPr>
          </a:p>
          <a:p>
            <a:pPr marL="538200" lvl="2" indent="-342720" algn="just">
              <a:lnSpc>
                <a:spcPct val="100000"/>
              </a:lnSpc>
              <a:buClr>
                <a:srgbClr val="0B5394"/>
              </a:buClr>
              <a:buSzPct val="90000"/>
              <a:buFont typeface="Calibri"/>
              <a:buAutoNum type="arabicPeriod" startAt="4"/>
              <a:tabLst>
                <a:tab pos="0" algn="l"/>
              </a:tabLst>
            </a:pPr>
            <a:r>
              <a:rPr lang="es-ES" sz="1600" b="0" strike="noStrike" spc="-1">
                <a:solidFill>
                  <a:srgbClr val="000000"/>
                </a:solidFill>
                <a:latin typeface="Calibri"/>
              </a:rPr>
              <a:t>[</a:t>
            </a:r>
            <a:r>
              <a:rPr lang="es-ES" sz="1600" b="1" strike="noStrike" spc="-1">
                <a:solidFill>
                  <a:srgbClr val="000000"/>
                </a:solidFill>
                <a:latin typeface="Calibri"/>
              </a:rPr>
              <a:t>nombre_atributo|=valor</a:t>
            </a:r>
            <a:r>
              <a:rPr lang="es-ES" sz="1600" b="0" strike="noStrike" spc="-1">
                <a:solidFill>
                  <a:srgbClr val="000000"/>
                </a:solidFill>
                <a:latin typeface="Calibri"/>
              </a:rPr>
              <a:t>], selecciona los elementos que tienen establecido un atributo llamado nombre_atributo y cuyo valor es una serie de palabras separadas con guiones, pero que comienza con valor. </a:t>
            </a:r>
            <a:endParaRPr lang="es-ES" sz="1600" b="0" strike="noStrike" spc="-1">
              <a:solidFill>
                <a:srgbClr val="000000"/>
              </a:solidFill>
              <a:latin typeface="Constantia"/>
            </a:endParaRPr>
          </a:p>
        </p:txBody>
      </p:sp>
      <p:sp>
        <p:nvSpPr>
          <p:cNvPr id="180" name="Marcador de número de diapositiva 4"/>
          <p:cNvSpPr txBox="1"/>
          <p:nvPr/>
        </p:nvSpPr>
        <p:spPr>
          <a:xfrm>
            <a:off x="7924680" y="6356520"/>
            <a:ext cx="761760" cy="364680"/>
          </a:xfrm>
          <a:prstGeom prst="rect">
            <a:avLst/>
          </a:prstGeom>
          <a:noFill/>
          <a:ln w="0">
            <a:noFill/>
          </a:ln>
        </p:spPr>
        <p:txBody>
          <a:bodyPr lIns="0" tIns="0" rIns="0" bIns="0" anchor="b">
            <a:noAutofit/>
          </a:bodyPr>
          <a:lstStyle/>
          <a:p>
            <a:pPr algn="r">
              <a:lnSpc>
                <a:spcPct val="100000"/>
              </a:lnSpc>
            </a:pPr>
            <a:fld id="{5B2EFF08-95C3-4B85-95BB-526747C08DC7}" type="slidenum">
              <a:rPr lang="es-ES" sz="1200" b="0" strike="noStrike" spc="-1">
                <a:solidFill>
                  <a:srgbClr val="035C75"/>
                </a:solidFill>
                <a:latin typeface="Constantia"/>
              </a:rPr>
              <a:t>19</a:t>
            </a:fld>
            <a:endParaRPr lang="es-ES" sz="1200" b="0" strike="noStrike" spc="-1">
              <a:latin typeface="Times New Roman"/>
            </a:endParaRPr>
          </a:p>
        </p:txBody>
      </p:sp>
      <p:sp>
        <p:nvSpPr>
          <p:cNvPr id="181" name="Text Box 4"/>
          <p:cNvSpPr/>
          <p:nvPr/>
        </p:nvSpPr>
        <p:spPr>
          <a:xfrm>
            <a:off x="1187640" y="2584657"/>
            <a:ext cx="7200360" cy="1185480"/>
          </a:xfrm>
          <a:prstGeom prst="rect">
            <a:avLst/>
          </a:prstGeom>
          <a:solidFill>
            <a:srgbClr val="FFFFFF"/>
          </a:solidFill>
          <a:ln w="3175">
            <a:solidFill>
              <a:srgbClr val="009DD9"/>
            </a:solidFill>
            <a:prstDash val="dash"/>
            <a:round/>
          </a:ln>
        </p:spPr>
        <p:style>
          <a:lnRef idx="2">
            <a:schemeClr val="accent2"/>
          </a:lnRef>
          <a:fillRef idx="1">
            <a:schemeClr val="lt1"/>
          </a:fillRef>
          <a:effectRef idx="0">
            <a:schemeClr val="accent2"/>
          </a:effectRef>
          <a:fontRef idx="minor"/>
        </p:style>
        <p:txBody>
          <a:bodyPr lIns="90000" tIns="45000" rIns="90000" bIns="45000">
            <a:spAutoFit/>
          </a:bodyPr>
          <a:lstStyle/>
          <a:p>
            <a:pPr>
              <a:lnSpc>
                <a:spcPct val="100000"/>
              </a:lnSpc>
              <a:tabLst>
                <a:tab pos="0" algn="l"/>
              </a:tabLst>
            </a:pPr>
            <a:r>
              <a:rPr lang="es-ES" sz="1200" b="0" strike="noStrike" spc="-1">
                <a:solidFill>
                  <a:srgbClr val="000000"/>
                </a:solidFill>
                <a:latin typeface="Courier New"/>
              </a:rPr>
              <a:t>/* Se muestran de color azul todos los enlaces que tengan un atributo class en el que al menos uno de sus valores sea "externo" */</a:t>
            </a:r>
            <a:endParaRPr lang="es-ES" sz="1200" b="0" strike="noStrike" spc="-1">
              <a:latin typeface="Arial"/>
            </a:endParaRPr>
          </a:p>
          <a:p>
            <a:pPr marL="266760" indent="-266400">
              <a:lnSpc>
                <a:spcPct val="100000"/>
              </a:lnSpc>
              <a:tabLst>
                <a:tab pos="0" algn="l"/>
              </a:tabLst>
            </a:pPr>
            <a:endParaRPr lang="es-ES" sz="1200" b="0" strike="noStrike" spc="-1">
              <a:latin typeface="Arial"/>
            </a:endParaRPr>
          </a:p>
          <a:p>
            <a:pPr marL="266760" indent="-266400">
              <a:lnSpc>
                <a:spcPct val="100000"/>
              </a:lnSpc>
              <a:tabLst>
                <a:tab pos="0" algn="l"/>
              </a:tabLst>
            </a:pPr>
            <a:r>
              <a:rPr lang="es-ES" sz="1200" b="0" strike="noStrike" spc="-1">
                <a:solidFill>
                  <a:srgbClr val="000000"/>
                </a:solidFill>
                <a:latin typeface="Courier New"/>
              </a:rPr>
              <a:t>a[class~="externo"] { </a:t>
            </a:r>
            <a:endParaRPr lang="es-ES" sz="1200" b="0" strike="noStrike" spc="-1">
              <a:latin typeface="Arial"/>
            </a:endParaRPr>
          </a:p>
          <a:p>
            <a:pPr marL="266760" indent="-266400">
              <a:lnSpc>
                <a:spcPct val="100000"/>
              </a:lnSpc>
              <a:tabLst>
                <a:tab pos="0" algn="l"/>
              </a:tabLst>
            </a:pPr>
            <a:r>
              <a:rPr lang="es-ES" sz="1200" b="0" strike="noStrike" spc="-1">
                <a:solidFill>
                  <a:srgbClr val="000000"/>
                </a:solidFill>
                <a:latin typeface="Courier New"/>
              </a:rPr>
              <a:t>  color: blue; </a:t>
            </a:r>
            <a:endParaRPr lang="es-ES" sz="1200" b="0" strike="noStrike" spc="-1">
              <a:latin typeface="Arial"/>
            </a:endParaRPr>
          </a:p>
          <a:p>
            <a:pPr marL="266760" indent="-266400">
              <a:lnSpc>
                <a:spcPct val="100000"/>
              </a:lnSpc>
              <a:tabLst>
                <a:tab pos="0" algn="l"/>
              </a:tabLst>
            </a:pPr>
            <a:r>
              <a:rPr lang="es-ES" sz="1200" b="0" strike="noStrike" spc="-1">
                <a:solidFill>
                  <a:srgbClr val="000000"/>
                </a:solidFill>
                <a:latin typeface="Courier New"/>
              </a:rPr>
              <a:t>}</a:t>
            </a:r>
            <a:endParaRPr lang="es-ES" sz="1200" b="0" strike="noStrike" spc="-1">
              <a:latin typeface="Arial"/>
            </a:endParaRPr>
          </a:p>
        </p:txBody>
      </p:sp>
      <p:sp>
        <p:nvSpPr>
          <p:cNvPr id="182" name="Text Box 4"/>
          <p:cNvSpPr/>
          <p:nvPr/>
        </p:nvSpPr>
        <p:spPr>
          <a:xfrm>
            <a:off x="1187640" y="4704287"/>
            <a:ext cx="7200360" cy="1520640"/>
          </a:xfrm>
          <a:prstGeom prst="rect">
            <a:avLst/>
          </a:prstGeom>
          <a:solidFill>
            <a:srgbClr val="FFFFFF"/>
          </a:solidFill>
          <a:ln w="3175">
            <a:solidFill>
              <a:srgbClr val="009DD9"/>
            </a:solidFill>
            <a:prstDash val="dash"/>
            <a:round/>
          </a:ln>
        </p:spPr>
        <p:style>
          <a:lnRef idx="2">
            <a:schemeClr val="accent2"/>
          </a:lnRef>
          <a:fillRef idx="1">
            <a:schemeClr val="lt1"/>
          </a:fillRef>
          <a:effectRef idx="0">
            <a:schemeClr val="accent2"/>
          </a:effectRef>
          <a:fontRef idx="minor"/>
        </p:style>
        <p:txBody>
          <a:bodyPr lIns="90000" tIns="45000" rIns="90000" bIns="45000">
            <a:spAutoFit/>
          </a:bodyPr>
          <a:lstStyle/>
          <a:p>
            <a:pPr marL="266760" indent="-266400">
              <a:lnSpc>
                <a:spcPct val="100000"/>
              </a:lnSpc>
              <a:tabLst>
                <a:tab pos="0" algn="l"/>
              </a:tabLst>
            </a:pPr>
            <a:r>
              <a:rPr lang="es-ES" sz="1200" b="0" strike="noStrike" spc="-1">
                <a:solidFill>
                  <a:srgbClr val="000000"/>
                </a:solidFill>
                <a:latin typeface="Courier New"/>
              </a:rPr>
              <a:t>/* Selecciona todos los elementos de la página cuyo atributo</a:t>
            </a:r>
            <a:endParaRPr lang="es-ES" sz="1200" b="0" strike="noStrike" spc="-1">
              <a:latin typeface="Arial"/>
            </a:endParaRPr>
          </a:p>
          <a:p>
            <a:pPr marL="266760" indent="-266400">
              <a:lnSpc>
                <a:spcPct val="100000"/>
              </a:lnSpc>
              <a:spcAft>
                <a:spcPts val="601"/>
              </a:spcAft>
              <a:tabLst>
                <a:tab pos="0" algn="l"/>
              </a:tabLst>
            </a:pPr>
            <a:r>
              <a:rPr lang="es-ES" sz="1200" b="0" strike="noStrike" spc="-1">
                <a:solidFill>
                  <a:srgbClr val="000000"/>
                </a:solidFill>
                <a:latin typeface="Courier New"/>
              </a:rPr>
              <a:t>"lang" sea igual a "en", es decir, todos los elementos en inglés */</a:t>
            </a:r>
            <a:endParaRPr lang="es-ES" sz="1200" b="0" strike="noStrike" spc="-1">
              <a:latin typeface="Arial"/>
            </a:endParaRPr>
          </a:p>
          <a:p>
            <a:pPr marL="266760" indent="-266400">
              <a:lnSpc>
                <a:spcPct val="100000"/>
              </a:lnSpc>
              <a:tabLst>
                <a:tab pos="0" algn="l"/>
              </a:tabLst>
            </a:pPr>
            <a:r>
              <a:rPr lang="es-ES" sz="1200" b="0" strike="noStrike" spc="-1">
                <a:solidFill>
                  <a:srgbClr val="000000"/>
                </a:solidFill>
                <a:latin typeface="Courier New"/>
              </a:rPr>
              <a:t>*[lang=en] { ... }</a:t>
            </a:r>
            <a:endParaRPr lang="es-ES" sz="1200" b="0" strike="noStrike" spc="-1">
              <a:latin typeface="Arial"/>
            </a:endParaRPr>
          </a:p>
          <a:p>
            <a:pPr marL="266760" indent="-266400">
              <a:lnSpc>
                <a:spcPct val="100000"/>
              </a:lnSpc>
              <a:tabLst>
                <a:tab pos="0" algn="l"/>
              </a:tabLst>
            </a:pPr>
            <a:endParaRPr lang="es-ES" sz="1200" b="0" strike="noStrike" spc="-1">
              <a:latin typeface="Arial"/>
            </a:endParaRPr>
          </a:p>
          <a:p>
            <a:pPr marL="266760" indent="-266400">
              <a:lnSpc>
                <a:spcPct val="100000"/>
              </a:lnSpc>
              <a:tabLst>
                <a:tab pos="0" algn="l"/>
              </a:tabLst>
            </a:pPr>
            <a:r>
              <a:rPr lang="es-ES" sz="1200" b="0" strike="noStrike" spc="-1">
                <a:solidFill>
                  <a:srgbClr val="000000"/>
                </a:solidFill>
                <a:latin typeface="Courier New"/>
              </a:rPr>
              <a:t>/* Selecciona todos los elementos de la página cuyo atributo</a:t>
            </a:r>
            <a:endParaRPr lang="es-ES" sz="1200" b="0" strike="noStrike" spc="-1">
              <a:latin typeface="Arial"/>
            </a:endParaRPr>
          </a:p>
          <a:p>
            <a:pPr marL="266760" indent="-266400">
              <a:lnSpc>
                <a:spcPct val="100000"/>
              </a:lnSpc>
              <a:spcAft>
                <a:spcPts val="601"/>
              </a:spcAft>
              <a:tabLst>
                <a:tab pos="0" algn="l"/>
              </a:tabLst>
            </a:pPr>
            <a:r>
              <a:rPr lang="es-ES" sz="1200" b="0" strike="noStrike" spc="-1">
                <a:solidFill>
                  <a:srgbClr val="000000"/>
                </a:solidFill>
                <a:latin typeface="Courier New"/>
              </a:rPr>
              <a:t>"lang" empiece por "es", es decir, "es", "es-ES", "es-AR", etc. */</a:t>
            </a:r>
            <a:endParaRPr lang="es-ES" sz="1200" b="0" strike="noStrike" spc="-1">
              <a:latin typeface="Arial"/>
            </a:endParaRPr>
          </a:p>
          <a:p>
            <a:pPr marL="266760" indent="-266400">
              <a:lnSpc>
                <a:spcPct val="100000"/>
              </a:lnSpc>
              <a:tabLst>
                <a:tab pos="0" algn="l"/>
              </a:tabLst>
            </a:pPr>
            <a:r>
              <a:rPr lang="es-ES" sz="1200" b="0" strike="noStrike" spc="-1">
                <a:solidFill>
                  <a:srgbClr val="000000"/>
                </a:solidFill>
                <a:latin typeface="Courier New"/>
              </a:rPr>
              <a:t>*[lang|="es"] { color : red }</a:t>
            </a:r>
            <a:endParaRPr lang="es-ES" sz="1200" b="0" strike="noStrike" spc="-1">
              <a:latin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 name="Título 1"/>
          <p:cNvSpPr txBox="1"/>
          <p:nvPr/>
        </p:nvSpPr>
        <p:spPr>
          <a:xfrm>
            <a:off x="457200" y="332640"/>
            <a:ext cx="8506800" cy="1142640"/>
          </a:xfrm>
          <a:prstGeom prst="rect">
            <a:avLst/>
          </a:prstGeom>
          <a:noFill/>
          <a:ln w="0">
            <a:noFill/>
          </a:ln>
        </p:spPr>
        <p:txBody>
          <a:bodyPr lIns="0" tIns="45000" rIns="0" bIns="0" anchor="b">
            <a:normAutofit/>
          </a:bodyPr>
          <a:lstStyle/>
          <a:p>
            <a:pPr>
              <a:lnSpc>
                <a:spcPct val="100000"/>
              </a:lnSpc>
            </a:pPr>
            <a:r>
              <a:rPr lang="es-ES" sz="4000" b="0" strike="noStrike" spc="-1">
                <a:solidFill>
                  <a:srgbClr val="04617B"/>
                </a:solidFill>
                <a:latin typeface="Calibri"/>
              </a:rPr>
              <a:t>Selectores avanzados</a:t>
            </a:r>
            <a:endParaRPr lang="es-ES" sz="4000" b="0" strike="noStrike" spc="-1">
              <a:solidFill>
                <a:srgbClr val="000000"/>
              </a:solidFill>
              <a:latin typeface="Constantia"/>
            </a:endParaRPr>
          </a:p>
        </p:txBody>
      </p:sp>
      <p:sp>
        <p:nvSpPr>
          <p:cNvPr id="184" name="Marcador de contenido 2"/>
          <p:cNvSpPr txBox="1"/>
          <p:nvPr/>
        </p:nvSpPr>
        <p:spPr>
          <a:xfrm>
            <a:off x="467640" y="1556640"/>
            <a:ext cx="7920360" cy="4968360"/>
          </a:xfrm>
          <a:prstGeom prst="rect">
            <a:avLst/>
          </a:prstGeom>
          <a:noFill/>
          <a:ln w="0">
            <a:noFill/>
          </a:ln>
        </p:spPr>
        <p:txBody>
          <a:bodyPr lIns="90000" tIns="45000" rIns="90000" bIns="45000">
            <a:noAutofit/>
          </a:bodyPr>
          <a:lstStyle/>
          <a:p>
            <a:pPr>
              <a:lnSpc>
                <a:spcPct val="120000"/>
              </a:lnSpc>
              <a:spcAft>
                <a:spcPts val="601"/>
              </a:spcAft>
              <a:tabLst>
                <a:tab pos="0" algn="l"/>
              </a:tabLst>
            </a:pPr>
            <a:r>
              <a:rPr lang="es-ES" sz="2400" b="1" strike="noStrike" spc="-1">
                <a:solidFill>
                  <a:srgbClr val="000000"/>
                </a:solidFill>
                <a:latin typeface="Calibri"/>
              </a:rPr>
              <a:t>Selector de atributo</a:t>
            </a:r>
            <a:endParaRPr lang="es-ES" sz="2400" b="0" strike="noStrike" spc="-1">
              <a:solidFill>
                <a:srgbClr val="000000"/>
              </a:solidFill>
              <a:latin typeface="Constantia"/>
            </a:endParaRPr>
          </a:p>
          <a:p>
            <a:pPr marL="538200" lvl="2" indent="-342720" algn="just">
              <a:lnSpc>
                <a:spcPct val="100000"/>
              </a:lnSpc>
              <a:spcBef>
                <a:spcPts val="601"/>
              </a:spcBef>
              <a:buClr>
                <a:srgbClr val="0B5394"/>
              </a:buClr>
              <a:buSzPct val="90000"/>
              <a:buFont typeface="Calibri"/>
              <a:buAutoNum type="arabicPeriod" startAt="5"/>
              <a:tabLst>
                <a:tab pos="0" algn="l"/>
              </a:tabLst>
            </a:pPr>
            <a:r>
              <a:rPr lang="es-ES" sz="1600" b="1" strike="noStrike" spc="-1">
                <a:solidFill>
                  <a:srgbClr val="000000"/>
                </a:solidFill>
                <a:latin typeface="Calibri"/>
              </a:rPr>
              <a:t>[nombre_atributo^="valor"]</a:t>
            </a:r>
            <a:r>
              <a:rPr lang="es-ES" sz="1600" b="0" strike="noStrike" spc="-1">
                <a:solidFill>
                  <a:srgbClr val="000000"/>
                </a:solidFill>
                <a:latin typeface="Calibri"/>
              </a:rPr>
              <a:t>, selecciona todos los elementos que disponen de ese atributo y cuyo valor comienza exactamente por la cadena de texto indicada.</a:t>
            </a:r>
            <a:endParaRPr lang="es-ES" sz="1600" b="0" strike="noStrike" spc="-1">
              <a:solidFill>
                <a:srgbClr val="000000"/>
              </a:solidFill>
              <a:latin typeface="Constantia"/>
            </a:endParaRPr>
          </a:p>
          <a:p>
            <a:pPr marL="538200" lvl="2" indent="-342720" algn="just">
              <a:lnSpc>
                <a:spcPct val="100000"/>
              </a:lnSpc>
              <a:spcBef>
                <a:spcPts val="601"/>
              </a:spcBef>
              <a:buClr>
                <a:srgbClr val="0B5394"/>
              </a:buClr>
              <a:buSzPct val="90000"/>
              <a:buFont typeface="Calibri"/>
              <a:buAutoNum type="arabicPeriod" startAt="6"/>
              <a:tabLst>
                <a:tab pos="0" algn="l"/>
              </a:tabLst>
            </a:pPr>
            <a:r>
              <a:rPr lang="es-ES" sz="1600" b="1" strike="noStrike" spc="-1">
                <a:solidFill>
                  <a:srgbClr val="000000"/>
                </a:solidFill>
                <a:latin typeface="Calibri"/>
              </a:rPr>
              <a:t>[nombre_atributo$="valor"]</a:t>
            </a:r>
            <a:r>
              <a:rPr lang="es-ES" sz="1600" b="0" strike="noStrike" spc="-1">
                <a:solidFill>
                  <a:srgbClr val="000000"/>
                </a:solidFill>
                <a:latin typeface="Calibri"/>
              </a:rPr>
              <a:t>, selecciona todos los elementos que disponen de ese atributo y cuyo valor termina exactamente por la cadena de texto indicada.</a:t>
            </a:r>
            <a:endParaRPr lang="es-ES" sz="1600" b="0" strike="noStrike" spc="-1">
              <a:solidFill>
                <a:srgbClr val="000000"/>
              </a:solidFill>
              <a:latin typeface="Constantia"/>
            </a:endParaRPr>
          </a:p>
          <a:p>
            <a:pPr marL="538200" lvl="2" indent="-342720" algn="just">
              <a:lnSpc>
                <a:spcPct val="100000"/>
              </a:lnSpc>
              <a:spcBef>
                <a:spcPts val="601"/>
              </a:spcBef>
              <a:buClr>
                <a:srgbClr val="0B5394"/>
              </a:buClr>
              <a:buSzPct val="90000"/>
              <a:buFont typeface="Calibri"/>
              <a:buAutoNum type="arabicPeriod" startAt="7"/>
              <a:tabLst>
                <a:tab pos="0" algn="l"/>
              </a:tabLst>
            </a:pPr>
            <a:r>
              <a:rPr lang="es-ES" sz="1600" b="1" strike="noStrike" spc="-1">
                <a:solidFill>
                  <a:srgbClr val="000000"/>
                </a:solidFill>
                <a:latin typeface="Calibri"/>
              </a:rPr>
              <a:t>[nombre_atributo*="valor"]</a:t>
            </a:r>
            <a:r>
              <a:rPr lang="es-ES" sz="1600" b="0" strike="noStrike" spc="-1">
                <a:solidFill>
                  <a:srgbClr val="000000"/>
                </a:solidFill>
                <a:latin typeface="Calibri"/>
              </a:rPr>
              <a:t>, selecciona todos los elementos que disponen de ese atributo y cuyo valor contiene la cadena de texto indicada.</a:t>
            </a:r>
            <a:endParaRPr lang="es-ES" sz="1600" b="0" strike="noStrike" spc="-1">
              <a:solidFill>
                <a:srgbClr val="000000"/>
              </a:solidFill>
              <a:latin typeface="Constantia"/>
            </a:endParaRPr>
          </a:p>
          <a:p>
            <a:endParaRPr lang="es-ES" sz="1600" b="0" strike="noStrike" spc="-1">
              <a:solidFill>
                <a:srgbClr val="000000"/>
              </a:solidFill>
              <a:latin typeface="Constantia"/>
            </a:endParaRPr>
          </a:p>
          <a:p>
            <a:endParaRPr lang="es-ES" sz="1600" b="0" strike="noStrike" spc="-1">
              <a:solidFill>
                <a:srgbClr val="000000"/>
              </a:solidFill>
              <a:latin typeface="Constantia"/>
            </a:endParaRPr>
          </a:p>
          <a:p>
            <a:endParaRPr lang="es-ES" sz="1600" b="0" strike="noStrike" spc="-1">
              <a:solidFill>
                <a:srgbClr val="000000"/>
              </a:solidFill>
              <a:latin typeface="Constantia"/>
            </a:endParaRPr>
          </a:p>
          <a:p>
            <a:endParaRPr lang="es-ES" sz="1600" b="0" strike="noStrike" spc="-1">
              <a:solidFill>
                <a:srgbClr val="000000"/>
              </a:solidFill>
              <a:latin typeface="Constantia"/>
            </a:endParaRPr>
          </a:p>
          <a:p>
            <a:endParaRPr lang="es-ES" sz="1600" b="0" strike="noStrike" spc="-1">
              <a:solidFill>
                <a:srgbClr val="000000"/>
              </a:solidFill>
              <a:latin typeface="Constantia"/>
            </a:endParaRPr>
          </a:p>
          <a:p>
            <a:pPr marL="195120" algn="just">
              <a:lnSpc>
                <a:spcPct val="100000"/>
              </a:lnSpc>
              <a:tabLst>
                <a:tab pos="0" algn="l"/>
              </a:tabLst>
            </a:pPr>
            <a:r>
              <a:rPr lang="es-ES" sz="1600" b="0" strike="noStrike" spc="-1">
                <a:solidFill>
                  <a:srgbClr val="000000"/>
                </a:solidFill>
                <a:latin typeface="Calibri"/>
              </a:rPr>
              <a:t> </a:t>
            </a:r>
            <a:endParaRPr lang="es-ES" sz="1600" b="0" strike="noStrike" spc="-1">
              <a:solidFill>
                <a:srgbClr val="000000"/>
              </a:solidFill>
              <a:latin typeface="Constantia"/>
            </a:endParaRPr>
          </a:p>
        </p:txBody>
      </p:sp>
      <p:sp>
        <p:nvSpPr>
          <p:cNvPr id="185" name="Marcador de número de diapositiva 4"/>
          <p:cNvSpPr txBox="1"/>
          <p:nvPr/>
        </p:nvSpPr>
        <p:spPr>
          <a:xfrm>
            <a:off x="7924680" y="6356520"/>
            <a:ext cx="761760" cy="364680"/>
          </a:xfrm>
          <a:prstGeom prst="rect">
            <a:avLst/>
          </a:prstGeom>
          <a:noFill/>
          <a:ln w="0">
            <a:noFill/>
          </a:ln>
        </p:spPr>
        <p:txBody>
          <a:bodyPr lIns="0" tIns="0" rIns="0" bIns="0" anchor="b">
            <a:noAutofit/>
          </a:bodyPr>
          <a:lstStyle/>
          <a:p>
            <a:pPr algn="r">
              <a:lnSpc>
                <a:spcPct val="100000"/>
              </a:lnSpc>
            </a:pPr>
            <a:fld id="{56EC772A-6CF8-49C3-8420-457D4B317CDD}" type="slidenum">
              <a:rPr lang="es-ES" sz="1200" b="0" strike="noStrike" spc="-1">
                <a:solidFill>
                  <a:srgbClr val="035C75"/>
                </a:solidFill>
                <a:latin typeface="Constantia"/>
              </a:rPr>
              <a:t>20</a:t>
            </a:fld>
            <a:endParaRPr lang="es-ES" sz="1200" b="0" strike="noStrike" spc="-1">
              <a:latin typeface="Times New Roman"/>
            </a:endParaRPr>
          </a:p>
        </p:txBody>
      </p:sp>
      <p:sp>
        <p:nvSpPr>
          <p:cNvPr id="186" name="Text Box 4"/>
          <p:cNvSpPr/>
          <p:nvPr/>
        </p:nvSpPr>
        <p:spPr>
          <a:xfrm>
            <a:off x="1089360" y="4044960"/>
            <a:ext cx="7298640" cy="2221560"/>
          </a:xfrm>
          <a:prstGeom prst="rect">
            <a:avLst/>
          </a:prstGeom>
          <a:solidFill>
            <a:srgbClr val="FFFFFF"/>
          </a:solidFill>
          <a:ln w="3175">
            <a:solidFill>
              <a:srgbClr val="009DD9"/>
            </a:solidFill>
            <a:prstDash val="dash"/>
            <a:round/>
          </a:ln>
        </p:spPr>
        <p:style>
          <a:lnRef idx="2">
            <a:schemeClr val="accent2"/>
          </a:lnRef>
          <a:fillRef idx="1">
            <a:schemeClr val="lt1"/>
          </a:fillRef>
          <a:effectRef idx="0">
            <a:schemeClr val="accent2"/>
          </a:effectRef>
          <a:fontRef idx="minor"/>
        </p:style>
        <p:txBody>
          <a:bodyPr lIns="90000" tIns="45000" rIns="90000" bIns="45000">
            <a:spAutoFit/>
          </a:bodyPr>
          <a:lstStyle/>
          <a:p>
            <a:pPr>
              <a:lnSpc>
                <a:spcPct val="100000"/>
              </a:lnSpc>
              <a:tabLst>
                <a:tab pos="0" algn="l"/>
              </a:tabLst>
            </a:pPr>
            <a:r>
              <a:rPr lang="es-ES" sz="1400" b="0" strike="noStrike" spc="-1">
                <a:solidFill>
                  <a:srgbClr val="000000"/>
                </a:solidFill>
                <a:latin typeface="Courier New"/>
              </a:rPr>
              <a:t>/* Selecciona todos los enlaces que apuntan a una dirección de correo electrónico */</a:t>
            </a:r>
            <a:endParaRPr lang="es-ES" sz="1400" b="0" strike="noStrike" spc="-1">
              <a:latin typeface="Arial"/>
            </a:endParaRPr>
          </a:p>
          <a:p>
            <a:pPr marL="266760" indent="-266400">
              <a:lnSpc>
                <a:spcPct val="100000"/>
              </a:lnSpc>
              <a:tabLst>
                <a:tab pos="0" algn="l"/>
              </a:tabLst>
            </a:pPr>
            <a:r>
              <a:rPr lang="es-ES" sz="1400" b="0" strike="noStrike" spc="-1">
                <a:solidFill>
                  <a:srgbClr val="000000"/>
                </a:solidFill>
                <a:latin typeface="Courier New"/>
              </a:rPr>
              <a:t>a[href^="mailto:"] { ... }</a:t>
            </a:r>
            <a:endParaRPr lang="es-ES" sz="1400" b="0" strike="noStrike" spc="-1">
              <a:latin typeface="Arial"/>
            </a:endParaRPr>
          </a:p>
          <a:p>
            <a:pPr marL="266760" indent="-266400">
              <a:lnSpc>
                <a:spcPct val="100000"/>
              </a:lnSpc>
              <a:tabLst>
                <a:tab pos="0" algn="l"/>
              </a:tabLst>
            </a:pPr>
            <a:r>
              <a:rPr lang="es-ES" sz="1400" b="0" strike="noStrike" spc="-1">
                <a:solidFill>
                  <a:srgbClr val="000000"/>
                </a:solidFill>
                <a:latin typeface="Courier New"/>
              </a:rPr>
              <a:t> </a:t>
            </a:r>
            <a:endParaRPr lang="es-ES" sz="1400" b="0" strike="noStrike" spc="-1">
              <a:latin typeface="Arial"/>
            </a:endParaRPr>
          </a:p>
          <a:p>
            <a:pPr marL="266760" indent="-266400">
              <a:lnSpc>
                <a:spcPct val="100000"/>
              </a:lnSpc>
              <a:tabLst>
                <a:tab pos="0" algn="l"/>
              </a:tabLst>
            </a:pPr>
            <a:r>
              <a:rPr lang="es-ES" sz="1400" b="0" strike="noStrike" spc="-1">
                <a:solidFill>
                  <a:srgbClr val="000000"/>
                </a:solidFill>
                <a:latin typeface="Courier New"/>
              </a:rPr>
              <a:t>/* Selecciona todos los enlaces que apuntan a una página HTML */</a:t>
            </a:r>
            <a:endParaRPr lang="es-ES" sz="1400" b="0" strike="noStrike" spc="-1">
              <a:latin typeface="Arial"/>
            </a:endParaRPr>
          </a:p>
          <a:p>
            <a:pPr marL="266760" indent="-266400">
              <a:lnSpc>
                <a:spcPct val="100000"/>
              </a:lnSpc>
              <a:tabLst>
                <a:tab pos="0" algn="l"/>
              </a:tabLst>
            </a:pPr>
            <a:r>
              <a:rPr lang="es-ES" sz="1400" b="0" strike="noStrike" spc="-1">
                <a:solidFill>
                  <a:srgbClr val="000000"/>
                </a:solidFill>
                <a:latin typeface="Courier New"/>
              </a:rPr>
              <a:t>a[href$=".html"] { ... }</a:t>
            </a:r>
            <a:endParaRPr lang="es-ES" sz="1400" b="0" strike="noStrike" spc="-1">
              <a:latin typeface="Arial"/>
            </a:endParaRPr>
          </a:p>
          <a:p>
            <a:pPr marL="266760" indent="-266400">
              <a:lnSpc>
                <a:spcPct val="100000"/>
              </a:lnSpc>
              <a:tabLst>
                <a:tab pos="0" algn="l"/>
              </a:tabLst>
            </a:pPr>
            <a:r>
              <a:rPr lang="es-ES" sz="1400" b="0" strike="noStrike" spc="-1">
                <a:solidFill>
                  <a:srgbClr val="000000"/>
                </a:solidFill>
                <a:latin typeface="Courier New"/>
              </a:rPr>
              <a:t> </a:t>
            </a:r>
            <a:endParaRPr lang="es-ES" sz="1400" b="0" strike="noStrike" spc="-1">
              <a:latin typeface="Arial"/>
            </a:endParaRPr>
          </a:p>
          <a:p>
            <a:pPr>
              <a:lnSpc>
                <a:spcPct val="100000"/>
              </a:lnSpc>
              <a:tabLst>
                <a:tab pos="0" algn="l"/>
              </a:tabLst>
            </a:pPr>
            <a:r>
              <a:rPr lang="es-ES" sz="1400" b="0" strike="noStrike" spc="-1">
                <a:solidFill>
                  <a:srgbClr val="000000"/>
                </a:solidFill>
                <a:latin typeface="Courier New"/>
              </a:rPr>
              <a:t>/* Selecciona todos los títulos h1 cuyo atributo title contenga la palabra "capítulo" */</a:t>
            </a:r>
            <a:endParaRPr lang="es-ES" sz="1400" b="0" strike="noStrike" spc="-1">
              <a:latin typeface="Arial"/>
            </a:endParaRPr>
          </a:p>
          <a:p>
            <a:pPr marL="266760" indent="-266400">
              <a:lnSpc>
                <a:spcPct val="100000"/>
              </a:lnSpc>
              <a:tabLst>
                <a:tab pos="0" algn="l"/>
              </a:tabLst>
            </a:pPr>
            <a:r>
              <a:rPr lang="es-ES" sz="1400" b="0" strike="noStrike" spc="-1">
                <a:solidFill>
                  <a:srgbClr val="000000"/>
                </a:solidFill>
                <a:latin typeface="Courier New"/>
              </a:rPr>
              <a:t>h1[title*="capítulo"] { ... }</a:t>
            </a:r>
            <a:endParaRPr lang="es-ES" sz="1400" b="0" strike="noStrike" spc="-1">
              <a:latin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 name="Título 1"/>
          <p:cNvSpPr txBox="1"/>
          <p:nvPr/>
        </p:nvSpPr>
        <p:spPr>
          <a:xfrm>
            <a:off x="457200" y="332640"/>
            <a:ext cx="8506800" cy="1142640"/>
          </a:xfrm>
          <a:prstGeom prst="rect">
            <a:avLst/>
          </a:prstGeom>
          <a:noFill/>
          <a:ln w="0">
            <a:noFill/>
          </a:ln>
        </p:spPr>
        <p:txBody>
          <a:bodyPr lIns="0" tIns="45000" rIns="0" bIns="0" anchor="b">
            <a:normAutofit/>
          </a:bodyPr>
          <a:lstStyle/>
          <a:p>
            <a:pPr>
              <a:lnSpc>
                <a:spcPct val="100000"/>
              </a:lnSpc>
            </a:pPr>
            <a:r>
              <a:rPr lang="es-ES" sz="4000" b="0" strike="noStrike" spc="-1">
                <a:solidFill>
                  <a:srgbClr val="04617B"/>
                </a:solidFill>
                <a:latin typeface="Calibri"/>
              </a:rPr>
              <a:t>Selectores avanzados</a:t>
            </a:r>
            <a:endParaRPr lang="es-ES" sz="4000" b="0" strike="noStrike" spc="-1">
              <a:solidFill>
                <a:srgbClr val="000000"/>
              </a:solidFill>
              <a:latin typeface="Constantia"/>
            </a:endParaRPr>
          </a:p>
        </p:txBody>
      </p:sp>
      <p:sp>
        <p:nvSpPr>
          <p:cNvPr id="188" name="Marcador de contenido 2"/>
          <p:cNvSpPr txBox="1"/>
          <p:nvPr/>
        </p:nvSpPr>
        <p:spPr>
          <a:xfrm>
            <a:off x="467640" y="1556640"/>
            <a:ext cx="7920360" cy="4968360"/>
          </a:xfrm>
          <a:prstGeom prst="rect">
            <a:avLst/>
          </a:prstGeom>
          <a:noFill/>
          <a:ln w="0">
            <a:noFill/>
          </a:ln>
        </p:spPr>
        <p:txBody>
          <a:bodyPr lIns="90000" tIns="45000" rIns="90000" bIns="45000" anchor="t">
            <a:noAutofit/>
          </a:bodyPr>
          <a:lstStyle/>
          <a:p>
            <a:pPr>
              <a:lnSpc>
                <a:spcPct val="120000"/>
              </a:lnSpc>
              <a:spcAft>
                <a:spcPts val="601"/>
              </a:spcAft>
              <a:tabLst>
                <a:tab pos="0" algn="l"/>
              </a:tabLst>
            </a:pPr>
            <a:r>
              <a:rPr lang="es-ES" sz="2400" b="1" strike="noStrike" spc="-1" dirty="0" err="1">
                <a:solidFill>
                  <a:srgbClr val="000000"/>
                </a:solidFill>
                <a:latin typeface="Calibri"/>
              </a:rPr>
              <a:t>Pseudo-clases</a:t>
            </a:r>
            <a:endParaRPr lang="es-ES" sz="2400" b="0" strike="noStrike" spc="-1" dirty="0" err="1">
              <a:solidFill>
                <a:srgbClr val="000000"/>
              </a:solidFill>
              <a:latin typeface="Constantia"/>
            </a:endParaRPr>
          </a:p>
          <a:p>
            <a:pPr marL="480695" lvl="2" indent="-285115" algn="just">
              <a:lnSpc>
                <a:spcPct val="100000"/>
              </a:lnSpc>
              <a:buClr>
                <a:srgbClr val="0B5394"/>
              </a:buClr>
              <a:buSzPct val="90000"/>
              <a:buFont typeface="Wingdings 2" charset="2"/>
              <a:buChar char=""/>
              <a:tabLst>
                <a:tab pos="0" algn="l"/>
              </a:tabLst>
            </a:pPr>
            <a:r>
              <a:rPr lang="es-ES" sz="1600" b="0" strike="noStrike" spc="-1" dirty="0">
                <a:solidFill>
                  <a:srgbClr val="000000"/>
                </a:solidFill>
                <a:latin typeface="Calibri"/>
              </a:rPr>
              <a:t>Una </a:t>
            </a:r>
            <a:r>
              <a:rPr lang="es-ES" sz="1600" b="0" strike="noStrike" spc="-1" dirty="0" err="1">
                <a:solidFill>
                  <a:srgbClr val="000000"/>
                </a:solidFill>
                <a:latin typeface="Calibri"/>
              </a:rPr>
              <a:t>pseudo-clase</a:t>
            </a:r>
            <a:r>
              <a:rPr lang="es-ES" sz="1600" b="0" strike="noStrike" spc="-1" dirty="0">
                <a:solidFill>
                  <a:srgbClr val="000000"/>
                </a:solidFill>
                <a:latin typeface="Calibri"/>
              </a:rPr>
              <a:t> es un estado o uso predefinido de un elemento al que se le puede aplicar un estilo independientemente de su estado por defecto. </a:t>
            </a:r>
            <a:endParaRPr lang="es-ES" sz="1600" b="0" strike="noStrike" spc="-1" dirty="0">
              <a:solidFill>
                <a:srgbClr val="000000"/>
              </a:solidFill>
              <a:latin typeface="Constantia"/>
            </a:endParaRPr>
          </a:p>
          <a:p>
            <a:pPr marL="194945" algn="just">
              <a:lnSpc>
                <a:spcPct val="100000"/>
              </a:lnSpc>
              <a:tabLst>
                <a:tab pos="0" algn="l"/>
              </a:tabLst>
            </a:pPr>
            <a:endParaRPr lang="es-ES" sz="1600" b="0" strike="noStrike" spc="-1">
              <a:solidFill>
                <a:srgbClr val="000000"/>
              </a:solidFill>
              <a:latin typeface="Constantia"/>
            </a:endParaRPr>
          </a:p>
          <a:p>
            <a:pPr marL="444500" lvl="2" indent="-285115" algn="just">
              <a:lnSpc>
                <a:spcPct val="100000"/>
              </a:lnSpc>
              <a:buClr>
                <a:srgbClr val="0B5394"/>
              </a:buClr>
              <a:buSzPct val="90000"/>
              <a:buFont typeface="Wingdings 2" charset="2"/>
              <a:buChar char=""/>
              <a:tabLst>
                <a:tab pos="0" algn="l"/>
              </a:tabLst>
            </a:pPr>
            <a:r>
              <a:rPr lang="es-ES" sz="1600" b="0" strike="noStrike" spc="-1" dirty="0">
                <a:solidFill>
                  <a:srgbClr val="000000"/>
                </a:solidFill>
                <a:latin typeface="Calibri"/>
              </a:rPr>
              <a:t>Por ejemplo, el elemento </a:t>
            </a:r>
            <a:r>
              <a:rPr lang="es-ES" sz="1600" b="0" strike="noStrike" spc="-1" dirty="0">
                <a:solidFill>
                  <a:srgbClr val="C00000"/>
                </a:solidFill>
                <a:latin typeface="Calibri"/>
              </a:rPr>
              <a:t>a</a:t>
            </a:r>
            <a:r>
              <a:rPr lang="es-ES" sz="1600" b="0" strike="noStrike" spc="-1" dirty="0">
                <a:solidFill>
                  <a:srgbClr val="000000"/>
                </a:solidFill>
                <a:latin typeface="Calibri"/>
              </a:rPr>
              <a:t> tiene cuatro estado o </a:t>
            </a:r>
            <a:r>
              <a:rPr lang="es-ES" sz="1600" b="0" strike="noStrike" spc="-1" err="1">
                <a:solidFill>
                  <a:srgbClr val="000000"/>
                </a:solidFill>
                <a:latin typeface="Calibri"/>
              </a:rPr>
              <a:t>pseudo-clases</a:t>
            </a:r>
            <a:r>
              <a:rPr lang="es-ES" sz="1600" b="0" strike="noStrike" spc="-1" dirty="0">
                <a:solidFill>
                  <a:srgbClr val="000000"/>
                </a:solidFill>
                <a:latin typeface="Calibri"/>
              </a:rPr>
              <a:t>:</a:t>
            </a:r>
            <a:endParaRPr lang="es-ES" sz="1600" b="0" strike="noStrike" spc="-1" dirty="0">
              <a:solidFill>
                <a:srgbClr val="000000"/>
              </a:solidFill>
              <a:latin typeface="Constantia"/>
            </a:endParaRPr>
          </a:p>
          <a:p>
            <a:pPr marL="812165" lvl="3" indent="-285115" algn="just">
              <a:lnSpc>
                <a:spcPct val="100000"/>
              </a:lnSpc>
              <a:buClr>
                <a:srgbClr val="0B5394"/>
              </a:buClr>
              <a:buSzPct val="90000"/>
              <a:buFont typeface="Wingdings" charset="2"/>
              <a:buChar char=""/>
              <a:tabLst>
                <a:tab pos="0" algn="l"/>
              </a:tabLst>
            </a:pPr>
            <a:r>
              <a:rPr lang="es-ES" sz="1500" b="1" strike="noStrike" spc="-1" dirty="0">
                <a:solidFill>
                  <a:srgbClr val="000000"/>
                </a:solidFill>
                <a:latin typeface="Calibri"/>
              </a:rPr>
              <a:t>:link</a:t>
            </a:r>
            <a:r>
              <a:rPr lang="es-ES" sz="1500" b="0" strike="noStrike" spc="-1" dirty="0">
                <a:solidFill>
                  <a:srgbClr val="000000"/>
                </a:solidFill>
                <a:latin typeface="Calibri"/>
              </a:rPr>
              <a:t> Su estado normal</a:t>
            </a:r>
            <a:endParaRPr lang="es-ES" sz="1500" b="0" strike="noStrike" spc="-1" dirty="0">
              <a:solidFill>
                <a:srgbClr val="000000"/>
              </a:solidFill>
              <a:latin typeface="Constantia"/>
            </a:endParaRPr>
          </a:p>
          <a:p>
            <a:pPr marL="812165" lvl="3" indent="-285115" algn="just">
              <a:lnSpc>
                <a:spcPct val="100000"/>
              </a:lnSpc>
              <a:buClr>
                <a:srgbClr val="0B5394"/>
              </a:buClr>
              <a:buSzPct val="90000"/>
              <a:buFont typeface="Wingdings" charset="2"/>
              <a:buChar char=""/>
              <a:tabLst>
                <a:tab pos="0" algn="l"/>
              </a:tabLst>
            </a:pPr>
            <a:r>
              <a:rPr lang="es-ES" sz="1500" b="1" strike="noStrike" spc="-1" dirty="0">
                <a:solidFill>
                  <a:srgbClr val="000000"/>
                </a:solidFill>
                <a:latin typeface="Calibri"/>
              </a:rPr>
              <a:t>:</a:t>
            </a:r>
            <a:r>
              <a:rPr lang="es-ES" sz="1500" b="1" strike="noStrike" spc="-1" dirty="0" err="1">
                <a:solidFill>
                  <a:srgbClr val="000000"/>
                </a:solidFill>
                <a:latin typeface="Calibri"/>
              </a:rPr>
              <a:t>visited</a:t>
            </a:r>
            <a:r>
              <a:rPr lang="es-ES" sz="1500" b="0" strike="noStrike" spc="-1" dirty="0">
                <a:solidFill>
                  <a:srgbClr val="000000"/>
                </a:solidFill>
                <a:latin typeface="Calibri"/>
              </a:rPr>
              <a:t> Cuando ya hemos visitado el link al que hace referencia</a:t>
            </a:r>
            <a:endParaRPr lang="es-ES" sz="1500" b="0" strike="noStrike" spc="-1" dirty="0">
              <a:solidFill>
                <a:srgbClr val="000000"/>
              </a:solidFill>
              <a:latin typeface="Constantia"/>
            </a:endParaRPr>
          </a:p>
          <a:p>
            <a:pPr marL="812165" lvl="3" indent="-285115" algn="just">
              <a:lnSpc>
                <a:spcPct val="100000"/>
              </a:lnSpc>
              <a:buClr>
                <a:srgbClr val="0B5394"/>
              </a:buClr>
              <a:buSzPct val="90000"/>
              <a:buFont typeface="Wingdings" charset="2"/>
              <a:buChar char=""/>
              <a:tabLst>
                <a:tab pos="0" algn="l"/>
              </a:tabLst>
            </a:pPr>
            <a:r>
              <a:rPr lang="es-ES" sz="1500" b="1" strike="noStrike" spc="-1" dirty="0">
                <a:solidFill>
                  <a:srgbClr val="000000"/>
                </a:solidFill>
                <a:latin typeface="Calibri"/>
              </a:rPr>
              <a:t>:</a:t>
            </a:r>
            <a:r>
              <a:rPr lang="es-ES" sz="1500" b="1" strike="noStrike" spc="-1" dirty="0" err="1">
                <a:solidFill>
                  <a:srgbClr val="000000"/>
                </a:solidFill>
                <a:latin typeface="Calibri"/>
              </a:rPr>
              <a:t>hover</a:t>
            </a:r>
            <a:r>
              <a:rPr lang="es-ES" sz="1500" b="0" strike="noStrike" spc="-1" dirty="0">
                <a:solidFill>
                  <a:srgbClr val="000000"/>
                </a:solidFill>
                <a:latin typeface="Calibri"/>
              </a:rPr>
              <a:t> Cuando tenemos el cursor situado encima del mismo</a:t>
            </a:r>
            <a:endParaRPr lang="es-ES" sz="1500" b="0" strike="noStrike" spc="-1" dirty="0">
              <a:solidFill>
                <a:srgbClr val="000000"/>
              </a:solidFill>
              <a:latin typeface="Constantia"/>
            </a:endParaRPr>
          </a:p>
          <a:p>
            <a:pPr marL="812165" lvl="3" indent="-285115" algn="just">
              <a:lnSpc>
                <a:spcPct val="100000"/>
              </a:lnSpc>
              <a:buClr>
                <a:srgbClr val="0B5394"/>
              </a:buClr>
              <a:buSzPct val="90000"/>
              <a:buFont typeface="Wingdings" charset="2"/>
              <a:buChar char=""/>
              <a:tabLst>
                <a:tab pos="0" algn="l"/>
              </a:tabLst>
            </a:pPr>
            <a:r>
              <a:rPr lang="es-ES" sz="1500" b="1" strike="noStrike" spc="-1" dirty="0">
                <a:solidFill>
                  <a:srgbClr val="000000"/>
                </a:solidFill>
                <a:latin typeface="Calibri"/>
              </a:rPr>
              <a:t>:active</a:t>
            </a:r>
            <a:r>
              <a:rPr lang="es-ES" sz="1500" b="0" strike="noStrike" spc="-1" dirty="0">
                <a:solidFill>
                  <a:srgbClr val="000000"/>
                </a:solidFill>
                <a:latin typeface="Calibri"/>
              </a:rPr>
              <a:t> Cuando hacemos </a:t>
            </a:r>
            <a:r>
              <a:rPr lang="es-ES" sz="1500" b="0" strike="noStrike" spc="-1" dirty="0" err="1">
                <a:solidFill>
                  <a:srgbClr val="000000"/>
                </a:solidFill>
                <a:latin typeface="Calibri"/>
              </a:rPr>
              <a:t>click</a:t>
            </a:r>
            <a:r>
              <a:rPr lang="es-ES" sz="1500" b="0" strike="noStrike" spc="-1" dirty="0">
                <a:solidFill>
                  <a:srgbClr val="000000"/>
                </a:solidFill>
                <a:latin typeface="Calibri"/>
              </a:rPr>
              <a:t> sobre él</a:t>
            </a:r>
            <a:endParaRPr lang="es-ES" sz="1500" b="0" strike="noStrike" spc="-1" dirty="0">
              <a:solidFill>
                <a:srgbClr val="000000"/>
              </a:solidFill>
              <a:latin typeface="Constantia"/>
            </a:endParaRPr>
          </a:p>
          <a:p>
            <a:pPr marL="640080" algn="just">
              <a:lnSpc>
                <a:spcPct val="120000"/>
              </a:lnSpc>
              <a:tabLst>
                <a:tab pos="0" algn="l"/>
              </a:tabLst>
            </a:pPr>
            <a:endParaRPr lang="es-ES" sz="1500" b="0" strike="noStrike" spc="-1">
              <a:solidFill>
                <a:srgbClr val="000000"/>
              </a:solidFill>
              <a:latin typeface="Constantia"/>
            </a:endParaRPr>
          </a:p>
          <a:p>
            <a:endParaRPr lang="es-ES" sz="1500" b="0" strike="noStrike" spc="-1">
              <a:solidFill>
                <a:srgbClr val="000000"/>
              </a:solidFill>
              <a:latin typeface="Constantia"/>
            </a:endParaRPr>
          </a:p>
          <a:p>
            <a:pPr marL="194945" algn="just">
              <a:lnSpc>
                <a:spcPct val="100000"/>
              </a:lnSpc>
              <a:tabLst>
                <a:tab pos="0" algn="l"/>
              </a:tabLst>
            </a:pPr>
            <a:endParaRPr lang="es-ES" sz="1500" b="0" strike="noStrike" spc="-1">
              <a:solidFill>
                <a:srgbClr val="000000"/>
              </a:solidFill>
              <a:latin typeface="Constantia"/>
            </a:endParaRPr>
          </a:p>
        </p:txBody>
      </p:sp>
      <p:sp>
        <p:nvSpPr>
          <p:cNvPr id="189" name="Marcador de número de diapositiva 4"/>
          <p:cNvSpPr txBox="1"/>
          <p:nvPr/>
        </p:nvSpPr>
        <p:spPr>
          <a:xfrm>
            <a:off x="7924680" y="6356520"/>
            <a:ext cx="761760" cy="364680"/>
          </a:xfrm>
          <a:prstGeom prst="rect">
            <a:avLst/>
          </a:prstGeom>
          <a:noFill/>
          <a:ln w="0">
            <a:noFill/>
          </a:ln>
        </p:spPr>
        <p:txBody>
          <a:bodyPr lIns="0" tIns="0" rIns="0" bIns="0" anchor="b">
            <a:noAutofit/>
          </a:bodyPr>
          <a:lstStyle/>
          <a:p>
            <a:pPr algn="r">
              <a:lnSpc>
                <a:spcPct val="100000"/>
              </a:lnSpc>
            </a:pPr>
            <a:fld id="{A732DDF7-9ABD-4032-A49F-DA0FED84BC70}" type="slidenum">
              <a:rPr lang="es-ES" sz="1200" b="0" strike="noStrike" spc="-1">
                <a:solidFill>
                  <a:srgbClr val="035C75"/>
                </a:solidFill>
                <a:latin typeface="Constantia"/>
              </a:rPr>
              <a:t>21</a:t>
            </a:fld>
            <a:endParaRPr lang="es-ES" sz="1200" b="0" strike="noStrike" spc="-1">
              <a:latin typeface="Times New Roman"/>
            </a:endParaRPr>
          </a:p>
        </p:txBody>
      </p:sp>
      <p:sp>
        <p:nvSpPr>
          <p:cNvPr id="190" name="Text Box 4"/>
          <p:cNvSpPr/>
          <p:nvPr/>
        </p:nvSpPr>
        <p:spPr>
          <a:xfrm>
            <a:off x="988920" y="4325040"/>
            <a:ext cx="6433200" cy="2008440"/>
          </a:xfrm>
          <a:prstGeom prst="rect">
            <a:avLst/>
          </a:prstGeom>
          <a:solidFill>
            <a:srgbClr val="FFFFFF"/>
          </a:solidFill>
          <a:ln w="3175">
            <a:solidFill>
              <a:srgbClr val="009DD9"/>
            </a:solidFill>
            <a:prstDash val="dash"/>
            <a:round/>
          </a:ln>
        </p:spPr>
        <p:style>
          <a:lnRef idx="2">
            <a:schemeClr val="accent2"/>
          </a:lnRef>
          <a:fillRef idx="1">
            <a:schemeClr val="lt1"/>
          </a:fillRef>
          <a:effectRef idx="0">
            <a:schemeClr val="accent2"/>
          </a:effectRef>
          <a:fontRef idx="minor"/>
        </p:style>
        <p:txBody>
          <a:bodyPr lIns="90000" tIns="45000" rIns="90000" bIns="45000">
            <a:spAutoFit/>
          </a:bodyPr>
          <a:lstStyle/>
          <a:p>
            <a:pPr marL="266760" indent="-266400">
              <a:lnSpc>
                <a:spcPct val="100000"/>
              </a:lnSpc>
              <a:tabLst>
                <a:tab pos="0" algn="l"/>
              </a:tabLst>
            </a:pPr>
            <a:r>
              <a:rPr lang="es-ES" sz="1400" b="0" strike="noStrike" spc="-1">
                <a:solidFill>
                  <a:srgbClr val="000000"/>
                </a:solidFill>
                <a:latin typeface="Courier New"/>
              </a:rPr>
              <a:t>/* Selecciona los enlaces que no han sido visitado */</a:t>
            </a:r>
            <a:endParaRPr lang="es-ES" sz="1400" b="0" strike="noStrike" spc="-1">
              <a:latin typeface="Arial"/>
            </a:endParaRPr>
          </a:p>
          <a:p>
            <a:pPr marL="266760" indent="-266400">
              <a:lnSpc>
                <a:spcPct val="100000"/>
              </a:lnSpc>
              <a:tabLst>
                <a:tab pos="0" algn="l"/>
              </a:tabLst>
            </a:pPr>
            <a:r>
              <a:rPr lang="en-US" sz="1400" b="0" strike="noStrike" spc="-1">
                <a:solidFill>
                  <a:srgbClr val="000000"/>
                </a:solidFill>
                <a:latin typeface="Courier New"/>
              </a:rPr>
              <a:t>a:link    { </a:t>
            </a:r>
            <a:endParaRPr lang="es-ES" sz="1400" b="0" strike="noStrike" spc="-1">
              <a:latin typeface="Arial"/>
            </a:endParaRPr>
          </a:p>
          <a:p>
            <a:pPr marL="355680">
              <a:lnSpc>
                <a:spcPct val="100000"/>
              </a:lnSpc>
              <a:tabLst>
                <a:tab pos="0" algn="l"/>
              </a:tabLst>
            </a:pPr>
            <a:r>
              <a:rPr lang="en-US" sz="1400" b="0" strike="noStrike" spc="-1">
                <a:solidFill>
                  <a:srgbClr val="000000"/>
                </a:solidFill>
                <a:latin typeface="Courier New"/>
              </a:rPr>
              <a:t>color: red;   </a:t>
            </a:r>
            <a:endParaRPr lang="es-ES" sz="1400" b="0" strike="noStrike" spc="-1">
              <a:latin typeface="Arial"/>
            </a:endParaRPr>
          </a:p>
          <a:p>
            <a:pPr marL="266760" indent="-266400">
              <a:lnSpc>
                <a:spcPct val="100000"/>
              </a:lnSpc>
              <a:tabLst>
                <a:tab pos="0" algn="l"/>
              </a:tabLst>
            </a:pPr>
            <a:r>
              <a:rPr lang="en-US" sz="1400" b="0" strike="noStrike" spc="-1">
                <a:solidFill>
                  <a:srgbClr val="000000"/>
                </a:solidFill>
                <a:latin typeface="Courier New"/>
              </a:rPr>
              <a:t>}</a:t>
            </a:r>
            <a:endParaRPr lang="es-ES" sz="1400" b="0" strike="noStrike" spc="-1">
              <a:latin typeface="Arial"/>
            </a:endParaRPr>
          </a:p>
          <a:p>
            <a:pPr marL="266760" indent="-266400">
              <a:lnSpc>
                <a:spcPct val="100000"/>
              </a:lnSpc>
              <a:tabLst>
                <a:tab pos="0" algn="l"/>
              </a:tabLst>
            </a:pPr>
            <a:endParaRPr lang="es-ES" sz="1400" b="0" strike="noStrike" spc="-1">
              <a:latin typeface="Arial"/>
            </a:endParaRPr>
          </a:p>
          <a:p>
            <a:pPr marL="266760" indent="-266400">
              <a:lnSpc>
                <a:spcPct val="100000"/>
              </a:lnSpc>
              <a:tabLst>
                <a:tab pos="0" algn="l"/>
              </a:tabLst>
            </a:pPr>
            <a:r>
              <a:rPr lang="es-ES" sz="1400" b="0" strike="noStrike" spc="-1">
                <a:solidFill>
                  <a:srgbClr val="000000"/>
                </a:solidFill>
                <a:latin typeface="Courier New"/>
              </a:rPr>
              <a:t>/* Selecciona los enlaces visitados*/</a:t>
            </a:r>
            <a:endParaRPr lang="es-ES" sz="1400" b="0" strike="noStrike" spc="-1">
              <a:latin typeface="Arial"/>
            </a:endParaRPr>
          </a:p>
          <a:p>
            <a:pPr marL="266760" indent="-266400">
              <a:lnSpc>
                <a:spcPct val="100000"/>
              </a:lnSpc>
              <a:tabLst>
                <a:tab pos="0" algn="l"/>
              </a:tabLst>
            </a:pPr>
            <a:r>
              <a:rPr lang="en-US" sz="1400" b="0" strike="noStrike" spc="-1">
                <a:solidFill>
                  <a:srgbClr val="000000"/>
                </a:solidFill>
                <a:latin typeface="Courier New"/>
              </a:rPr>
              <a:t>a:visited { </a:t>
            </a:r>
            <a:endParaRPr lang="es-ES" sz="1400" b="0" strike="noStrike" spc="-1">
              <a:latin typeface="Arial"/>
            </a:endParaRPr>
          </a:p>
          <a:p>
            <a:pPr marL="355680">
              <a:lnSpc>
                <a:spcPct val="100000"/>
              </a:lnSpc>
              <a:tabLst>
                <a:tab pos="0" algn="l"/>
              </a:tabLst>
            </a:pPr>
            <a:r>
              <a:rPr lang="en-US" sz="1400" b="0" strike="noStrike" spc="-1">
                <a:solidFill>
                  <a:srgbClr val="000000"/>
                </a:solidFill>
                <a:latin typeface="Courier New"/>
              </a:rPr>
              <a:t>color: green; </a:t>
            </a:r>
            <a:endParaRPr lang="es-ES" sz="1400" b="0" strike="noStrike" spc="-1">
              <a:latin typeface="Arial"/>
            </a:endParaRPr>
          </a:p>
          <a:p>
            <a:pPr marL="266760" indent="-266400">
              <a:lnSpc>
                <a:spcPct val="100000"/>
              </a:lnSpc>
              <a:tabLst>
                <a:tab pos="0" algn="l"/>
              </a:tabLst>
            </a:pPr>
            <a:r>
              <a:rPr lang="en-US" sz="1400" b="0" strike="noStrike" spc="-1">
                <a:solidFill>
                  <a:srgbClr val="000000"/>
                </a:solidFill>
                <a:latin typeface="Courier New"/>
              </a:rPr>
              <a:t>}</a:t>
            </a:r>
            <a:endParaRPr lang="es-ES" sz="1400" b="0" strike="noStrike" spc="-1">
              <a:latin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 name="Título 1"/>
          <p:cNvSpPr txBox="1"/>
          <p:nvPr/>
        </p:nvSpPr>
        <p:spPr>
          <a:xfrm>
            <a:off x="457200" y="332640"/>
            <a:ext cx="8506800" cy="1142640"/>
          </a:xfrm>
          <a:prstGeom prst="rect">
            <a:avLst/>
          </a:prstGeom>
          <a:noFill/>
          <a:ln w="0">
            <a:noFill/>
          </a:ln>
        </p:spPr>
        <p:txBody>
          <a:bodyPr lIns="0" tIns="45000" rIns="0" bIns="0" anchor="b">
            <a:normAutofit/>
          </a:bodyPr>
          <a:lstStyle/>
          <a:p>
            <a:pPr>
              <a:lnSpc>
                <a:spcPct val="100000"/>
              </a:lnSpc>
            </a:pPr>
            <a:r>
              <a:rPr lang="es-ES" sz="4000" b="0" strike="noStrike" spc="-1">
                <a:solidFill>
                  <a:srgbClr val="04617B"/>
                </a:solidFill>
                <a:latin typeface="Calibri"/>
              </a:rPr>
              <a:t>Selectores avanzados</a:t>
            </a:r>
            <a:endParaRPr lang="es-ES" sz="4000" b="0" strike="noStrike" spc="-1">
              <a:solidFill>
                <a:srgbClr val="000000"/>
              </a:solidFill>
              <a:latin typeface="Constantia"/>
            </a:endParaRPr>
          </a:p>
        </p:txBody>
      </p:sp>
      <p:sp>
        <p:nvSpPr>
          <p:cNvPr id="192" name="Marcador de contenido 2"/>
          <p:cNvSpPr txBox="1"/>
          <p:nvPr/>
        </p:nvSpPr>
        <p:spPr>
          <a:xfrm>
            <a:off x="180000" y="1260000"/>
            <a:ext cx="8820000" cy="5265000"/>
          </a:xfrm>
          <a:prstGeom prst="rect">
            <a:avLst/>
          </a:prstGeom>
          <a:noFill/>
          <a:ln w="0">
            <a:noFill/>
          </a:ln>
        </p:spPr>
        <p:txBody>
          <a:bodyPr lIns="90000" tIns="45000" rIns="90000" bIns="45000">
            <a:noAutofit/>
          </a:bodyPr>
          <a:lstStyle/>
          <a:p>
            <a:pPr>
              <a:lnSpc>
                <a:spcPct val="120000"/>
              </a:lnSpc>
              <a:spcAft>
                <a:spcPts val="601"/>
              </a:spcAft>
              <a:tabLst>
                <a:tab pos="0" algn="l"/>
              </a:tabLst>
            </a:pPr>
            <a:r>
              <a:rPr lang="es-ES" sz="2400" b="1" strike="noStrike" spc="-1" dirty="0" err="1">
                <a:solidFill>
                  <a:srgbClr val="000000"/>
                </a:solidFill>
                <a:latin typeface="Calibri"/>
              </a:rPr>
              <a:t>Pseudo-clases</a:t>
            </a:r>
            <a:endParaRPr lang="es-ES" sz="2400" b="0" strike="noStrike" spc="-1" dirty="0">
              <a:solidFill>
                <a:srgbClr val="000000"/>
              </a:solidFill>
              <a:latin typeface="Constantia"/>
            </a:endParaRPr>
          </a:p>
          <a:p>
            <a:pPr marL="480960" lvl="2" indent="-285480" algn="just">
              <a:lnSpc>
                <a:spcPct val="100000"/>
              </a:lnSpc>
              <a:spcBef>
                <a:spcPts val="601"/>
              </a:spcBef>
              <a:buClr>
                <a:srgbClr val="0B5394"/>
              </a:buClr>
              <a:buSzPct val="90000"/>
              <a:buFont typeface="Wingdings 2" charset="2"/>
              <a:buChar char=""/>
              <a:tabLst>
                <a:tab pos="0" algn="l"/>
              </a:tabLst>
            </a:pPr>
            <a:r>
              <a:rPr lang="es-ES" sz="1600" b="0" strike="noStrike" spc="-1" dirty="0">
                <a:solidFill>
                  <a:srgbClr val="000000"/>
                </a:solidFill>
                <a:latin typeface="Calibri"/>
              </a:rPr>
              <a:t>La </a:t>
            </a:r>
            <a:r>
              <a:rPr lang="es-ES" sz="1600" b="0" strike="noStrike" spc="-1" dirty="0" err="1">
                <a:solidFill>
                  <a:srgbClr val="000000"/>
                </a:solidFill>
                <a:latin typeface="Calibri"/>
              </a:rPr>
              <a:t>pseudo-clase</a:t>
            </a:r>
            <a:r>
              <a:rPr lang="es-ES" sz="1600" b="0" strike="noStrike" spc="-1" dirty="0">
                <a:solidFill>
                  <a:srgbClr val="000000"/>
                </a:solidFill>
                <a:latin typeface="Calibri"/>
              </a:rPr>
              <a:t> </a:t>
            </a:r>
            <a:r>
              <a:rPr lang="es-ES" sz="1600" b="1" strike="noStrike" spc="-1" dirty="0">
                <a:solidFill>
                  <a:srgbClr val="000000"/>
                </a:solidFill>
                <a:latin typeface="Calibri"/>
              </a:rPr>
              <a:t>:</a:t>
            </a:r>
            <a:r>
              <a:rPr lang="es-ES" sz="1600" b="1" strike="noStrike" spc="-1" dirty="0" err="1">
                <a:solidFill>
                  <a:srgbClr val="000000"/>
                </a:solidFill>
                <a:latin typeface="Calibri"/>
              </a:rPr>
              <a:t>first-child</a:t>
            </a:r>
            <a:r>
              <a:rPr lang="es-ES" sz="1600" b="1" strike="noStrike" spc="-1" dirty="0">
                <a:solidFill>
                  <a:srgbClr val="000000"/>
                </a:solidFill>
                <a:latin typeface="Calibri"/>
              </a:rPr>
              <a:t>, </a:t>
            </a:r>
            <a:r>
              <a:rPr lang="es-ES" sz="1600" b="0" strike="noStrike" spc="-1" dirty="0">
                <a:solidFill>
                  <a:srgbClr val="000000"/>
                </a:solidFill>
                <a:latin typeface="Calibri"/>
              </a:rPr>
              <a:t>selecciona el primer elemento hijo de un elemento.</a:t>
            </a:r>
            <a:endParaRPr lang="es-ES" sz="1600" b="0" strike="noStrike" spc="-1" dirty="0">
              <a:solidFill>
                <a:srgbClr val="000000"/>
              </a:solidFill>
              <a:latin typeface="Constantia"/>
            </a:endParaRPr>
          </a:p>
          <a:p>
            <a:pPr marL="480960" lvl="2" indent="-285480" algn="just">
              <a:lnSpc>
                <a:spcPct val="100000"/>
              </a:lnSpc>
              <a:spcBef>
                <a:spcPts val="601"/>
              </a:spcBef>
              <a:buClr>
                <a:srgbClr val="0B5394"/>
              </a:buClr>
              <a:buSzPct val="90000"/>
              <a:buFont typeface="Wingdings 2" charset="2"/>
              <a:buChar char=""/>
              <a:tabLst>
                <a:tab pos="0" algn="l"/>
              </a:tabLst>
            </a:pPr>
            <a:r>
              <a:rPr lang="es-ES" sz="1600" b="0" strike="noStrike" spc="-1" dirty="0">
                <a:solidFill>
                  <a:srgbClr val="000000"/>
                </a:solidFill>
                <a:latin typeface="Calibri"/>
              </a:rPr>
              <a:t>La </a:t>
            </a:r>
            <a:r>
              <a:rPr lang="es-ES" sz="1600" b="0" strike="noStrike" spc="-1" dirty="0" err="1">
                <a:solidFill>
                  <a:srgbClr val="000000"/>
                </a:solidFill>
                <a:latin typeface="Calibri"/>
              </a:rPr>
              <a:t>pseudo-clase</a:t>
            </a:r>
            <a:r>
              <a:rPr lang="es-ES" sz="1600" b="0" strike="noStrike" spc="-1" dirty="0">
                <a:solidFill>
                  <a:srgbClr val="000000"/>
                </a:solidFill>
                <a:latin typeface="Calibri"/>
              </a:rPr>
              <a:t> :</a:t>
            </a:r>
            <a:r>
              <a:rPr lang="es-ES" sz="1600" b="1" strike="noStrike" spc="-1" dirty="0" err="1">
                <a:solidFill>
                  <a:srgbClr val="000000"/>
                </a:solidFill>
                <a:latin typeface="Calibri"/>
              </a:rPr>
              <a:t>last-child</a:t>
            </a:r>
            <a:r>
              <a:rPr lang="es-ES" sz="1600" b="1" strike="noStrike" spc="-1" dirty="0">
                <a:solidFill>
                  <a:srgbClr val="000000"/>
                </a:solidFill>
                <a:latin typeface="Calibri"/>
              </a:rPr>
              <a:t>,</a:t>
            </a:r>
            <a:r>
              <a:rPr lang="es-ES" sz="1600" b="0" strike="noStrike" spc="-1" dirty="0">
                <a:solidFill>
                  <a:srgbClr val="000000"/>
                </a:solidFill>
                <a:latin typeface="Calibri"/>
              </a:rPr>
              <a:t> selecciona el último elemento hijo de un elemento.</a:t>
            </a:r>
            <a:endParaRPr lang="es-ES" sz="1600" b="0" strike="noStrike" spc="-1" dirty="0">
              <a:solidFill>
                <a:srgbClr val="000000"/>
              </a:solidFill>
              <a:latin typeface="Constantia"/>
            </a:endParaRPr>
          </a:p>
          <a:p>
            <a:pPr marL="480960" lvl="2" indent="-285480" algn="just">
              <a:lnSpc>
                <a:spcPct val="100000"/>
              </a:lnSpc>
              <a:spcBef>
                <a:spcPts val="601"/>
              </a:spcBef>
              <a:buClr>
                <a:srgbClr val="0B5394"/>
              </a:buClr>
              <a:buSzPct val="90000"/>
              <a:buFont typeface="Wingdings 2" charset="2"/>
              <a:buChar char=""/>
              <a:tabLst>
                <a:tab pos="0" algn="l"/>
              </a:tabLst>
            </a:pPr>
            <a:r>
              <a:rPr lang="es-ES" sz="1600" b="0" strike="noStrike" spc="-1" dirty="0">
                <a:solidFill>
                  <a:srgbClr val="000000"/>
                </a:solidFill>
                <a:latin typeface="Calibri"/>
              </a:rPr>
              <a:t>La </a:t>
            </a:r>
            <a:r>
              <a:rPr lang="es-ES" sz="1600" b="0" strike="noStrike" spc="-1" dirty="0" err="1">
                <a:solidFill>
                  <a:srgbClr val="000000"/>
                </a:solidFill>
                <a:latin typeface="Calibri"/>
              </a:rPr>
              <a:t>pseudo-clase</a:t>
            </a:r>
            <a:r>
              <a:rPr lang="es-ES" sz="1600" b="0" strike="noStrike" spc="-1" dirty="0">
                <a:solidFill>
                  <a:srgbClr val="000000"/>
                </a:solidFill>
                <a:latin typeface="Calibri"/>
              </a:rPr>
              <a:t> :</a:t>
            </a:r>
            <a:r>
              <a:rPr lang="es-ES" sz="1600" b="1" strike="noStrike" spc="-1" dirty="0" err="1">
                <a:solidFill>
                  <a:srgbClr val="000000"/>
                </a:solidFill>
                <a:latin typeface="Calibri"/>
              </a:rPr>
              <a:t>focus</a:t>
            </a:r>
            <a:r>
              <a:rPr lang="es-ES" sz="1600" b="0" strike="noStrike" spc="-1" dirty="0">
                <a:solidFill>
                  <a:srgbClr val="000000"/>
                </a:solidFill>
                <a:latin typeface="Calibri"/>
              </a:rPr>
              <a:t>, se activa cuando el elemento tiene el foco del navegador.</a:t>
            </a:r>
            <a:endParaRPr lang="es-ES" sz="1600" b="0" strike="noStrike" spc="-1" dirty="0">
              <a:solidFill>
                <a:srgbClr val="000000"/>
              </a:solidFill>
              <a:latin typeface="Constantia"/>
            </a:endParaRPr>
          </a:p>
          <a:p>
            <a:pPr marL="480960" lvl="2" indent="-285480" algn="just">
              <a:lnSpc>
                <a:spcPct val="100000"/>
              </a:lnSpc>
              <a:spcBef>
                <a:spcPts val="601"/>
              </a:spcBef>
              <a:buClr>
                <a:srgbClr val="0B5394"/>
              </a:buClr>
              <a:buSzPct val="90000"/>
              <a:buFont typeface="Wingdings 2" charset="2"/>
              <a:buChar char=""/>
              <a:tabLst>
                <a:tab pos="0" algn="l"/>
              </a:tabLst>
            </a:pPr>
            <a:r>
              <a:rPr lang="es-ES" sz="1600" b="0" strike="noStrike" spc="-1" dirty="0">
                <a:solidFill>
                  <a:srgbClr val="000000"/>
                </a:solidFill>
                <a:latin typeface="Calibri"/>
              </a:rPr>
              <a:t>La </a:t>
            </a:r>
            <a:r>
              <a:rPr lang="es-ES" sz="1600" b="0" strike="noStrike" spc="-1" dirty="0" err="1">
                <a:solidFill>
                  <a:srgbClr val="000000"/>
                </a:solidFill>
                <a:latin typeface="Calibri"/>
              </a:rPr>
              <a:t>pseudo-clase</a:t>
            </a:r>
            <a:r>
              <a:rPr lang="es-ES" sz="1600" b="0" strike="noStrike" spc="-1" dirty="0">
                <a:solidFill>
                  <a:srgbClr val="000000"/>
                </a:solidFill>
                <a:latin typeface="Calibri"/>
              </a:rPr>
              <a:t> </a:t>
            </a:r>
            <a:r>
              <a:rPr lang="es-ES" sz="1600" b="1" strike="noStrike" spc="-1" dirty="0">
                <a:solidFill>
                  <a:srgbClr val="000000"/>
                </a:solidFill>
                <a:latin typeface="Calibri"/>
              </a:rPr>
              <a:t>:</a:t>
            </a:r>
            <a:r>
              <a:rPr lang="es-ES" sz="1600" b="1" strike="noStrike" spc="-1" dirty="0" err="1">
                <a:solidFill>
                  <a:srgbClr val="000000"/>
                </a:solidFill>
                <a:latin typeface="Calibri"/>
              </a:rPr>
              <a:t>hover</a:t>
            </a:r>
            <a:r>
              <a:rPr lang="es-ES" sz="1600" b="0" strike="noStrike" spc="-1" dirty="0">
                <a:solidFill>
                  <a:srgbClr val="000000"/>
                </a:solidFill>
                <a:latin typeface="Calibri"/>
              </a:rPr>
              <a:t>, se activa cuando el usuario pasa el ratón o cualquier otro elemento apuntador por encima de un elemento.</a:t>
            </a:r>
            <a:endParaRPr lang="es-ES" sz="1600" b="0" strike="noStrike" spc="-1" dirty="0">
              <a:solidFill>
                <a:srgbClr val="000000"/>
              </a:solidFill>
              <a:latin typeface="Constantia"/>
            </a:endParaRPr>
          </a:p>
          <a:p>
            <a:pPr marL="480960" lvl="2" indent="-285480" algn="just">
              <a:lnSpc>
                <a:spcPct val="100000"/>
              </a:lnSpc>
              <a:spcBef>
                <a:spcPts val="601"/>
              </a:spcBef>
              <a:buClr>
                <a:srgbClr val="0B5394"/>
              </a:buClr>
              <a:buSzPct val="90000"/>
              <a:buFont typeface="Wingdings 2" charset="2"/>
              <a:buChar char=""/>
              <a:tabLst>
                <a:tab pos="0" algn="l"/>
              </a:tabLst>
            </a:pPr>
            <a:r>
              <a:rPr lang="es-ES" sz="1600" b="0" strike="noStrike" spc="-1" dirty="0">
                <a:solidFill>
                  <a:srgbClr val="000000"/>
                </a:solidFill>
                <a:latin typeface="Calibri"/>
              </a:rPr>
              <a:t>La </a:t>
            </a:r>
            <a:r>
              <a:rPr lang="es-ES" sz="1600" b="0" strike="noStrike" spc="-1" dirty="0" err="1">
                <a:solidFill>
                  <a:srgbClr val="000000"/>
                </a:solidFill>
                <a:latin typeface="Calibri"/>
              </a:rPr>
              <a:t>pseudo-clase</a:t>
            </a:r>
            <a:r>
              <a:rPr lang="es-ES" sz="1600" b="0" strike="noStrike" spc="-1" dirty="0">
                <a:solidFill>
                  <a:srgbClr val="000000"/>
                </a:solidFill>
                <a:latin typeface="Calibri"/>
              </a:rPr>
              <a:t> </a:t>
            </a:r>
            <a:r>
              <a:rPr lang="es-ES" sz="1600" b="1" strike="noStrike" spc="-1" dirty="0">
                <a:solidFill>
                  <a:srgbClr val="000000"/>
                </a:solidFill>
                <a:latin typeface="Calibri"/>
              </a:rPr>
              <a:t>:active</a:t>
            </a:r>
            <a:r>
              <a:rPr lang="es-ES" sz="1600" b="0" strike="noStrike" spc="-1" dirty="0">
                <a:solidFill>
                  <a:srgbClr val="000000"/>
                </a:solidFill>
                <a:latin typeface="Calibri"/>
              </a:rPr>
              <a:t>, se activa cuando el usuario activa un elemento, por ejemplo cuando pulsa con el ratón sobre un elemento. El estilo se aplica durante un espacio de tiempo prácticamente imperceptible, ya que sólo dura desde que el usuario pulsa el botón del ratón hasta que lo suelta.</a:t>
            </a:r>
            <a:endParaRPr lang="es-ES" sz="1600" b="0" strike="noStrike" spc="-1" dirty="0">
              <a:solidFill>
                <a:srgbClr val="000000"/>
              </a:solidFill>
              <a:latin typeface="Constantia"/>
            </a:endParaRPr>
          </a:p>
          <a:p>
            <a:pPr marL="480960" lvl="2" indent="-285480" algn="just">
              <a:lnSpc>
                <a:spcPct val="100000"/>
              </a:lnSpc>
              <a:spcBef>
                <a:spcPts val="601"/>
              </a:spcBef>
              <a:buClr>
                <a:srgbClr val="0B5394"/>
              </a:buClr>
              <a:buSzPct val="90000"/>
              <a:buFont typeface="Wingdings 2" charset="2"/>
              <a:buChar char=""/>
              <a:tabLst>
                <a:tab pos="0" algn="l"/>
              </a:tabLst>
            </a:pPr>
            <a:r>
              <a:rPr lang="es-ES" sz="1600" b="0" strike="noStrike" spc="-1" dirty="0">
                <a:solidFill>
                  <a:srgbClr val="000000"/>
                </a:solidFill>
                <a:latin typeface="Calibri"/>
              </a:rPr>
              <a:t>La </a:t>
            </a:r>
            <a:r>
              <a:rPr lang="es-ES" sz="1600" b="0" strike="noStrike" spc="-1" dirty="0" err="1">
                <a:solidFill>
                  <a:srgbClr val="000000"/>
                </a:solidFill>
                <a:latin typeface="Calibri"/>
              </a:rPr>
              <a:t>pseudo-clase</a:t>
            </a:r>
            <a:r>
              <a:rPr lang="es-ES" sz="1600" b="0" strike="noStrike" spc="-1" dirty="0">
                <a:solidFill>
                  <a:srgbClr val="000000"/>
                </a:solidFill>
                <a:latin typeface="Calibri"/>
              </a:rPr>
              <a:t> </a:t>
            </a:r>
            <a:r>
              <a:rPr lang="es-ES" sz="1600" b="1" strike="noStrike" spc="-1" dirty="0">
                <a:solidFill>
                  <a:srgbClr val="000000"/>
                </a:solidFill>
                <a:latin typeface="Calibri"/>
              </a:rPr>
              <a:t>:</a:t>
            </a:r>
            <a:r>
              <a:rPr lang="es-ES" sz="1600" b="1" strike="noStrike" spc="-1" dirty="0" err="1">
                <a:solidFill>
                  <a:srgbClr val="000000"/>
                </a:solidFill>
                <a:latin typeface="Calibri"/>
              </a:rPr>
              <a:t>visited</a:t>
            </a:r>
            <a:r>
              <a:rPr lang="es-ES" sz="1600" b="0" strike="noStrike" spc="-1" dirty="0">
                <a:solidFill>
                  <a:srgbClr val="000000"/>
                </a:solidFill>
                <a:latin typeface="Calibri"/>
              </a:rPr>
              <a:t>, se activa cuando el elemento ya ha sido visitado (para enlaces).</a:t>
            </a:r>
            <a:endParaRPr lang="es-ES" sz="1600" b="0" strike="noStrike" spc="-1" dirty="0">
              <a:solidFill>
                <a:srgbClr val="000000"/>
              </a:solidFill>
              <a:latin typeface="Constantia"/>
            </a:endParaRPr>
          </a:p>
          <a:p>
            <a:pPr marL="480960" lvl="2" indent="-285480" algn="just">
              <a:lnSpc>
                <a:spcPct val="100000"/>
              </a:lnSpc>
              <a:spcBef>
                <a:spcPts val="601"/>
              </a:spcBef>
              <a:buClr>
                <a:srgbClr val="0B5394"/>
              </a:buClr>
              <a:buSzPct val="90000"/>
              <a:buFont typeface="Wingdings 2" charset="2"/>
              <a:buChar char=""/>
              <a:tabLst>
                <a:tab pos="0" algn="l"/>
              </a:tabLst>
            </a:pPr>
            <a:r>
              <a:rPr lang="en-US" sz="1600" b="0" strike="noStrike" spc="-1" dirty="0">
                <a:solidFill>
                  <a:srgbClr val="000000"/>
                </a:solidFill>
                <a:latin typeface="Calibri"/>
              </a:rPr>
              <a:t>La </a:t>
            </a:r>
            <a:r>
              <a:rPr lang="es-ES" sz="1600" b="0" strike="noStrike" spc="-1" dirty="0" err="1">
                <a:solidFill>
                  <a:srgbClr val="000000"/>
                </a:solidFill>
                <a:latin typeface="Calibri"/>
              </a:rPr>
              <a:t>pseudo-clase</a:t>
            </a:r>
            <a:r>
              <a:rPr lang="es-ES" sz="1600" b="0" strike="noStrike" spc="-1" dirty="0">
                <a:solidFill>
                  <a:srgbClr val="000000"/>
                </a:solidFill>
                <a:latin typeface="Calibri"/>
              </a:rPr>
              <a:t> </a:t>
            </a:r>
            <a:r>
              <a:rPr lang="en-US" sz="1600" b="1" strike="noStrike" spc="-1" dirty="0">
                <a:solidFill>
                  <a:srgbClr val="000000"/>
                </a:solidFill>
                <a:latin typeface="Calibri"/>
              </a:rPr>
              <a:t>:first-line </a:t>
            </a:r>
            <a:r>
              <a:rPr lang="en-US" sz="1600" b="0" strike="noStrike" spc="-1" dirty="0">
                <a:solidFill>
                  <a:srgbClr val="000000"/>
                </a:solidFill>
                <a:latin typeface="Calibri"/>
              </a:rPr>
              <a:t>es para </a:t>
            </a:r>
            <a:r>
              <a:rPr lang="en-US" sz="1600" b="0" strike="noStrike" spc="-1" dirty="0" err="1">
                <a:solidFill>
                  <a:srgbClr val="000000"/>
                </a:solidFill>
                <a:latin typeface="Calibri"/>
              </a:rPr>
              <a:t>dar</a:t>
            </a:r>
            <a:r>
              <a:rPr lang="en-US" sz="1600" b="0" strike="noStrike" spc="-1" dirty="0">
                <a:solidFill>
                  <a:srgbClr val="000000"/>
                </a:solidFill>
                <a:latin typeface="Calibri"/>
              </a:rPr>
              <a:t> </a:t>
            </a:r>
            <a:r>
              <a:rPr lang="en-US" sz="1600" b="0" strike="noStrike" spc="-1" dirty="0" err="1">
                <a:solidFill>
                  <a:srgbClr val="000000"/>
                </a:solidFill>
                <a:latin typeface="Calibri"/>
              </a:rPr>
              <a:t>estilo</a:t>
            </a:r>
            <a:r>
              <a:rPr lang="en-US" sz="1600" b="0" strike="noStrike" spc="-1" dirty="0">
                <a:solidFill>
                  <a:srgbClr val="000000"/>
                </a:solidFill>
                <a:latin typeface="Calibri"/>
              </a:rPr>
              <a:t> especial a la </a:t>
            </a:r>
            <a:r>
              <a:rPr lang="en-US" sz="1600" b="0" strike="noStrike" spc="-1" dirty="0" err="1">
                <a:solidFill>
                  <a:srgbClr val="000000"/>
                </a:solidFill>
                <a:latin typeface="Calibri"/>
              </a:rPr>
              <a:t>primera</a:t>
            </a:r>
            <a:r>
              <a:rPr lang="en-US" sz="1600" b="0" strike="noStrike" spc="-1" dirty="0">
                <a:solidFill>
                  <a:srgbClr val="000000"/>
                </a:solidFill>
                <a:latin typeface="Calibri"/>
              </a:rPr>
              <a:t> </a:t>
            </a:r>
            <a:r>
              <a:rPr lang="en-US" sz="1600" b="0" strike="noStrike" spc="-1" dirty="0" err="1">
                <a:solidFill>
                  <a:srgbClr val="000000"/>
                </a:solidFill>
                <a:latin typeface="Calibri"/>
              </a:rPr>
              <a:t>línea</a:t>
            </a:r>
            <a:r>
              <a:rPr lang="en-US" sz="1600" b="0" strike="noStrike" spc="-1" dirty="0">
                <a:solidFill>
                  <a:srgbClr val="000000"/>
                </a:solidFill>
                <a:latin typeface="Calibri"/>
              </a:rPr>
              <a:t>.</a:t>
            </a:r>
            <a:endParaRPr lang="es-ES" sz="1600" b="0" strike="noStrike" spc="-1" dirty="0">
              <a:solidFill>
                <a:srgbClr val="000000"/>
              </a:solidFill>
              <a:latin typeface="Constantia"/>
            </a:endParaRPr>
          </a:p>
          <a:p>
            <a:pPr marL="480960" lvl="2" indent="-285480" algn="just">
              <a:lnSpc>
                <a:spcPct val="100000"/>
              </a:lnSpc>
              <a:spcBef>
                <a:spcPts val="601"/>
              </a:spcBef>
              <a:buClr>
                <a:srgbClr val="0B5394"/>
              </a:buClr>
              <a:buSzPct val="90000"/>
              <a:buFont typeface="Wingdings 2" charset="2"/>
              <a:buChar char=""/>
              <a:tabLst>
                <a:tab pos="0" algn="l"/>
              </a:tabLst>
            </a:pPr>
            <a:r>
              <a:rPr lang="es-ES" sz="1600" b="0" strike="noStrike" spc="-1" dirty="0">
                <a:solidFill>
                  <a:srgbClr val="000000"/>
                </a:solidFill>
                <a:latin typeface="Calibri"/>
              </a:rPr>
              <a:t>La </a:t>
            </a:r>
            <a:r>
              <a:rPr lang="es-ES" sz="1600" b="0" strike="noStrike" spc="-1" dirty="0" err="1">
                <a:solidFill>
                  <a:srgbClr val="000000"/>
                </a:solidFill>
                <a:latin typeface="Calibri"/>
              </a:rPr>
              <a:t>pseudo-clase</a:t>
            </a:r>
            <a:r>
              <a:rPr lang="es-ES" sz="1600" b="0" strike="noStrike" spc="-1" dirty="0">
                <a:solidFill>
                  <a:srgbClr val="000000"/>
                </a:solidFill>
                <a:latin typeface="Calibri"/>
              </a:rPr>
              <a:t> </a:t>
            </a:r>
            <a:r>
              <a:rPr lang="es-ES" sz="1600" b="1" strike="noStrike" spc="-1" dirty="0">
                <a:solidFill>
                  <a:srgbClr val="000000"/>
                </a:solidFill>
                <a:latin typeface="Calibri"/>
              </a:rPr>
              <a:t>:</a:t>
            </a:r>
            <a:r>
              <a:rPr lang="en-US" sz="1600" b="1" strike="noStrike" spc="-1" dirty="0">
                <a:solidFill>
                  <a:srgbClr val="000000"/>
                </a:solidFill>
                <a:latin typeface="Calibri"/>
              </a:rPr>
              <a:t>first-letter </a:t>
            </a:r>
            <a:r>
              <a:rPr lang="en-US" sz="1600" b="0" strike="noStrike" spc="-1" dirty="0">
                <a:solidFill>
                  <a:srgbClr val="000000"/>
                </a:solidFill>
                <a:latin typeface="Calibri"/>
              </a:rPr>
              <a:t>es para </a:t>
            </a:r>
            <a:r>
              <a:rPr lang="en-US" sz="1600" b="0" strike="noStrike" spc="-1" dirty="0" err="1">
                <a:solidFill>
                  <a:srgbClr val="000000"/>
                </a:solidFill>
                <a:latin typeface="Calibri"/>
              </a:rPr>
              <a:t>dar</a:t>
            </a:r>
            <a:r>
              <a:rPr lang="en-US" sz="1600" b="0" strike="noStrike" spc="-1" dirty="0">
                <a:solidFill>
                  <a:srgbClr val="000000"/>
                </a:solidFill>
                <a:latin typeface="Calibri"/>
              </a:rPr>
              <a:t> </a:t>
            </a:r>
            <a:r>
              <a:rPr lang="en-US" sz="1600" b="0" strike="noStrike" spc="-1" dirty="0" err="1">
                <a:solidFill>
                  <a:srgbClr val="000000"/>
                </a:solidFill>
                <a:latin typeface="Calibri"/>
              </a:rPr>
              <a:t>estilo</a:t>
            </a:r>
            <a:r>
              <a:rPr lang="en-US" sz="1600" b="0" strike="noStrike" spc="-1" dirty="0">
                <a:solidFill>
                  <a:srgbClr val="000000"/>
                </a:solidFill>
                <a:latin typeface="Calibri"/>
              </a:rPr>
              <a:t> especial a la </a:t>
            </a:r>
            <a:r>
              <a:rPr lang="en-US" sz="1600" b="0" strike="noStrike" spc="-1" dirty="0" err="1">
                <a:solidFill>
                  <a:srgbClr val="000000"/>
                </a:solidFill>
                <a:latin typeface="Calibri"/>
              </a:rPr>
              <a:t>primera</a:t>
            </a:r>
            <a:r>
              <a:rPr lang="en-US" sz="1600" b="0" strike="noStrike" spc="-1" dirty="0">
                <a:solidFill>
                  <a:srgbClr val="000000"/>
                </a:solidFill>
                <a:latin typeface="Calibri"/>
              </a:rPr>
              <a:t> </a:t>
            </a:r>
            <a:r>
              <a:rPr lang="en-US" sz="1600" b="0" strike="noStrike" spc="-1" dirty="0" err="1">
                <a:solidFill>
                  <a:srgbClr val="000000"/>
                </a:solidFill>
                <a:latin typeface="Calibri"/>
              </a:rPr>
              <a:t>letra</a:t>
            </a:r>
            <a:r>
              <a:rPr lang="en-US" sz="1600" b="0" strike="noStrike" spc="-1" dirty="0">
                <a:solidFill>
                  <a:srgbClr val="000000"/>
                </a:solidFill>
                <a:latin typeface="Calibri"/>
              </a:rPr>
              <a:t> de un </a:t>
            </a:r>
            <a:r>
              <a:rPr lang="en-US" sz="1600" b="0" strike="noStrike" spc="-1" dirty="0" err="1">
                <a:solidFill>
                  <a:srgbClr val="000000"/>
                </a:solidFill>
                <a:latin typeface="Calibri"/>
              </a:rPr>
              <a:t>elemento</a:t>
            </a:r>
            <a:endParaRPr lang="es-ES" sz="1600" b="0" strike="noStrike" spc="-1" dirty="0">
              <a:solidFill>
                <a:srgbClr val="000000"/>
              </a:solidFill>
              <a:latin typeface="Constantia"/>
            </a:endParaRPr>
          </a:p>
          <a:p>
            <a:pPr marL="480960" lvl="2" indent="-285480" algn="just">
              <a:lnSpc>
                <a:spcPct val="100000"/>
              </a:lnSpc>
              <a:spcBef>
                <a:spcPts val="601"/>
              </a:spcBef>
              <a:buClr>
                <a:srgbClr val="0B5394"/>
              </a:buClr>
              <a:buSzPct val="90000"/>
              <a:buFont typeface="Wingdings 2" charset="2"/>
              <a:buChar char=""/>
              <a:tabLst>
                <a:tab pos="0" algn="l"/>
              </a:tabLst>
            </a:pPr>
            <a:r>
              <a:rPr lang="en-US" sz="1600" b="0" strike="noStrike" spc="-1" dirty="0">
                <a:solidFill>
                  <a:srgbClr val="000000"/>
                </a:solidFill>
                <a:latin typeface="Calibri"/>
              </a:rPr>
              <a:t>La </a:t>
            </a:r>
            <a:r>
              <a:rPr lang="en-US" sz="1600" b="0" strike="noStrike" spc="-1" dirty="0" err="1">
                <a:solidFill>
                  <a:srgbClr val="000000"/>
                </a:solidFill>
                <a:latin typeface="Calibri"/>
              </a:rPr>
              <a:t>psedu-clase</a:t>
            </a:r>
            <a:r>
              <a:rPr lang="en-US" sz="1600" b="0" strike="noStrike" spc="-1" dirty="0">
                <a:solidFill>
                  <a:srgbClr val="000000"/>
                </a:solidFill>
                <a:latin typeface="Calibri"/>
              </a:rPr>
              <a:t> :</a:t>
            </a:r>
            <a:r>
              <a:rPr lang="en-US" sz="1600" b="1" strike="noStrike" spc="-1" dirty="0">
                <a:solidFill>
                  <a:srgbClr val="000000"/>
                </a:solidFill>
                <a:latin typeface="Calibri"/>
              </a:rPr>
              <a:t>focus-visible</a:t>
            </a:r>
            <a:r>
              <a:rPr lang="en-US" sz="1600" b="0" strike="noStrike" spc="-1" dirty="0">
                <a:solidFill>
                  <a:srgbClr val="000000"/>
                </a:solidFill>
                <a:latin typeface="Calibri"/>
              </a:rPr>
              <a:t> es para </a:t>
            </a:r>
            <a:r>
              <a:rPr lang="en-US" sz="1600" b="0" strike="noStrike" spc="-1" dirty="0" err="1">
                <a:solidFill>
                  <a:srgbClr val="000000"/>
                </a:solidFill>
                <a:latin typeface="Calibri"/>
              </a:rPr>
              <a:t>dar</a:t>
            </a:r>
            <a:r>
              <a:rPr lang="en-US" sz="1600" b="0" strike="noStrike" spc="-1" dirty="0">
                <a:solidFill>
                  <a:srgbClr val="000000"/>
                </a:solidFill>
                <a:latin typeface="Calibri"/>
              </a:rPr>
              <a:t> </a:t>
            </a:r>
            <a:r>
              <a:rPr lang="en-US" sz="1600" b="0" strike="noStrike" spc="-1" dirty="0" err="1">
                <a:solidFill>
                  <a:srgbClr val="000000"/>
                </a:solidFill>
                <a:latin typeface="Calibri"/>
              </a:rPr>
              <a:t>borde</a:t>
            </a:r>
            <a:r>
              <a:rPr lang="en-US" sz="1600" b="0" strike="noStrike" spc="-1" dirty="0">
                <a:solidFill>
                  <a:srgbClr val="000000"/>
                </a:solidFill>
                <a:latin typeface="Calibri"/>
              </a:rPr>
              <a:t> o </a:t>
            </a:r>
            <a:r>
              <a:rPr lang="en-US" sz="1600" b="0" strike="noStrike" spc="-1" dirty="0" err="1">
                <a:solidFill>
                  <a:srgbClr val="000000"/>
                </a:solidFill>
                <a:latin typeface="Calibri"/>
              </a:rPr>
              <a:t>sombreado</a:t>
            </a:r>
            <a:r>
              <a:rPr lang="en-US" sz="1600" b="0" strike="noStrike" spc="-1" dirty="0">
                <a:solidFill>
                  <a:srgbClr val="000000"/>
                </a:solidFill>
                <a:latin typeface="Calibri"/>
              </a:rPr>
              <a:t> </a:t>
            </a:r>
            <a:r>
              <a:rPr lang="en-US" sz="1600" b="0" strike="noStrike" spc="-1" dirty="0" err="1">
                <a:solidFill>
                  <a:srgbClr val="000000"/>
                </a:solidFill>
                <a:latin typeface="Calibri"/>
              </a:rPr>
              <a:t>en</a:t>
            </a:r>
            <a:r>
              <a:rPr lang="en-US" sz="1600" b="0" strike="noStrike" spc="-1" dirty="0">
                <a:solidFill>
                  <a:srgbClr val="000000"/>
                </a:solidFill>
                <a:latin typeface="Calibri"/>
              </a:rPr>
              <a:t> </a:t>
            </a:r>
            <a:r>
              <a:rPr lang="en-US" sz="1600" b="0" strike="noStrike" spc="-1" dirty="0" err="1">
                <a:solidFill>
                  <a:srgbClr val="000000"/>
                </a:solidFill>
                <a:latin typeface="Calibri"/>
              </a:rPr>
              <a:t>elementos</a:t>
            </a:r>
            <a:r>
              <a:rPr lang="en-US" sz="1600" b="0" strike="noStrike" spc="-1" dirty="0">
                <a:solidFill>
                  <a:srgbClr val="000000"/>
                </a:solidFill>
                <a:latin typeface="Calibri"/>
              </a:rPr>
              <a:t> </a:t>
            </a:r>
            <a:r>
              <a:rPr lang="en-US" sz="1600" b="0" strike="noStrike" spc="-1" dirty="0" err="1">
                <a:solidFill>
                  <a:srgbClr val="000000"/>
                </a:solidFill>
                <a:latin typeface="Calibri"/>
              </a:rPr>
              <a:t>como</a:t>
            </a:r>
            <a:r>
              <a:rPr lang="en-US" sz="1600" b="0" strike="noStrike" spc="-1" dirty="0">
                <a:solidFill>
                  <a:srgbClr val="000000"/>
                </a:solidFill>
                <a:latin typeface="Calibri"/>
              </a:rPr>
              <a:t> inputs </a:t>
            </a:r>
            <a:r>
              <a:rPr lang="en-US" sz="1600" b="0" strike="noStrike" spc="-1" dirty="0" err="1">
                <a:solidFill>
                  <a:srgbClr val="000000"/>
                </a:solidFill>
                <a:latin typeface="Calibri"/>
              </a:rPr>
              <a:t>cuando</a:t>
            </a:r>
            <a:r>
              <a:rPr lang="en-US" sz="1600" b="0" strike="noStrike" spc="-1" dirty="0">
                <a:solidFill>
                  <a:srgbClr val="000000"/>
                </a:solidFill>
                <a:latin typeface="Calibri"/>
              </a:rPr>
              <a:t> se </a:t>
            </a:r>
            <a:r>
              <a:rPr lang="en-US" sz="1600" b="0" strike="noStrike" spc="-1" dirty="0" err="1">
                <a:solidFill>
                  <a:srgbClr val="000000"/>
                </a:solidFill>
                <a:latin typeface="Calibri"/>
              </a:rPr>
              <a:t>encuentran</a:t>
            </a:r>
            <a:r>
              <a:rPr lang="en-US" sz="1600" b="0" strike="noStrike" spc="-1" dirty="0">
                <a:solidFill>
                  <a:srgbClr val="000000"/>
                </a:solidFill>
                <a:latin typeface="Calibri"/>
              </a:rPr>
              <a:t> </a:t>
            </a:r>
            <a:r>
              <a:rPr lang="en-US" sz="1600" b="0" strike="noStrike" spc="-1" dirty="0" err="1">
                <a:solidFill>
                  <a:srgbClr val="000000"/>
                </a:solidFill>
                <a:latin typeface="Calibri"/>
              </a:rPr>
              <a:t>señalados</a:t>
            </a:r>
            <a:r>
              <a:rPr lang="en-US" sz="1600" b="0" strike="noStrike" spc="-1" dirty="0">
                <a:solidFill>
                  <a:srgbClr val="000000"/>
                </a:solidFill>
                <a:latin typeface="Calibri"/>
              </a:rPr>
              <a:t>. </a:t>
            </a:r>
            <a:r>
              <a:rPr lang="en-US" sz="1600" b="0" strike="noStrike" spc="-1" dirty="0" err="1">
                <a:solidFill>
                  <a:srgbClr val="000000"/>
                </a:solidFill>
                <a:latin typeface="Calibri"/>
              </a:rPr>
              <a:t>Favorece</a:t>
            </a:r>
            <a:r>
              <a:rPr lang="en-US" sz="1600" b="0" strike="noStrike" spc="-1" dirty="0">
                <a:solidFill>
                  <a:srgbClr val="000000"/>
                </a:solidFill>
                <a:latin typeface="Calibri"/>
              </a:rPr>
              <a:t> la </a:t>
            </a:r>
            <a:r>
              <a:rPr lang="en-US" sz="1600" b="0" strike="noStrike" spc="-1" dirty="0" err="1">
                <a:solidFill>
                  <a:srgbClr val="000000"/>
                </a:solidFill>
                <a:latin typeface="Calibri"/>
              </a:rPr>
              <a:t>accesibilidad</a:t>
            </a:r>
            <a:r>
              <a:rPr lang="en-US" sz="1600" b="0" strike="noStrike" spc="-1" dirty="0">
                <a:solidFill>
                  <a:srgbClr val="000000"/>
                </a:solidFill>
                <a:latin typeface="Calibri"/>
              </a:rPr>
              <a:t>.</a:t>
            </a:r>
            <a:endParaRPr lang="es-ES" sz="1600" spc="-1" dirty="0">
              <a:solidFill>
                <a:srgbClr val="000000"/>
              </a:solidFill>
              <a:latin typeface="Constantia"/>
            </a:endParaRPr>
          </a:p>
          <a:p>
            <a:pPr marL="480960" lvl="2" indent="-285480" algn="just">
              <a:lnSpc>
                <a:spcPct val="100000"/>
              </a:lnSpc>
              <a:spcBef>
                <a:spcPts val="601"/>
              </a:spcBef>
              <a:buClr>
                <a:srgbClr val="0B5394"/>
              </a:buClr>
              <a:buSzPct val="90000"/>
              <a:buFont typeface="Wingdings 2" charset="2"/>
              <a:buChar char=""/>
              <a:tabLst>
                <a:tab pos="0" algn="l"/>
              </a:tabLst>
            </a:pPr>
            <a:r>
              <a:rPr lang="en-US" sz="1600" b="0" strike="noStrike" spc="-1" dirty="0">
                <a:solidFill>
                  <a:srgbClr val="000000"/>
                </a:solidFill>
                <a:latin typeface="Calibri"/>
              </a:rPr>
              <a:t>La </a:t>
            </a:r>
            <a:r>
              <a:rPr lang="en-US" sz="1600" b="0" strike="noStrike" spc="-1" dirty="0" err="1">
                <a:solidFill>
                  <a:srgbClr val="000000"/>
                </a:solidFill>
                <a:latin typeface="Calibri"/>
              </a:rPr>
              <a:t>psedu-clase</a:t>
            </a:r>
            <a:r>
              <a:rPr lang="en-US" sz="1600" b="0" strike="noStrike" spc="-1" dirty="0">
                <a:solidFill>
                  <a:srgbClr val="000000"/>
                </a:solidFill>
                <a:latin typeface="Calibri"/>
              </a:rPr>
              <a:t> </a:t>
            </a:r>
            <a:r>
              <a:rPr lang="en-US" sz="1600" b="1" strike="noStrike" spc="-1" dirty="0">
                <a:solidFill>
                  <a:srgbClr val="000000"/>
                </a:solidFill>
                <a:latin typeface="Calibri" panose="020F0502020204030204" pitchFamily="34" charset="0"/>
                <a:ea typeface="Courier New"/>
                <a:cs typeface="Calibri" panose="020F0502020204030204" pitchFamily="34" charset="0"/>
              </a:rPr>
              <a:t>:has()</a:t>
            </a:r>
            <a:r>
              <a:rPr lang="en-US" sz="1600" b="1" strike="noStrike" spc="-1" dirty="0">
                <a:solidFill>
                  <a:srgbClr val="000000"/>
                </a:solidFill>
                <a:latin typeface="Calibri" panose="020F0502020204030204" pitchFamily="34" charset="0"/>
                <a:ea typeface="Calibri"/>
                <a:cs typeface="Calibri" panose="020F0502020204030204" pitchFamily="34" charset="0"/>
              </a:rPr>
              <a:t> </a:t>
            </a:r>
            <a:r>
              <a:rPr lang="en-US" sz="1600" b="0" strike="noStrike" spc="-1" dirty="0">
                <a:solidFill>
                  <a:srgbClr val="000000"/>
                </a:solidFill>
                <a:latin typeface="Calibri"/>
                <a:ea typeface="Calibri"/>
              </a:rPr>
              <a:t>es una </a:t>
            </a:r>
            <a:r>
              <a:rPr lang="en-US" sz="1600" b="0" strike="noStrike" spc="-1" dirty="0" err="1">
                <a:solidFill>
                  <a:srgbClr val="000000"/>
                </a:solidFill>
                <a:latin typeface="Calibri"/>
                <a:ea typeface="Calibri"/>
              </a:rPr>
              <a:t>nueva</a:t>
            </a:r>
            <a:r>
              <a:rPr lang="en-US" sz="1600" b="0" strike="noStrike" spc="-1" dirty="0">
                <a:solidFill>
                  <a:srgbClr val="000000"/>
                </a:solidFill>
                <a:latin typeface="Calibri"/>
                <a:ea typeface="Calibri"/>
              </a:rPr>
              <a:t> pseudo-</a:t>
            </a:r>
            <a:r>
              <a:rPr lang="en-US" sz="1600" b="0" strike="noStrike" spc="-1" dirty="0" err="1">
                <a:solidFill>
                  <a:srgbClr val="000000"/>
                </a:solidFill>
                <a:latin typeface="Calibri"/>
                <a:ea typeface="Calibri"/>
              </a:rPr>
              <a:t>clase</a:t>
            </a:r>
            <a:r>
              <a:rPr lang="en-US" sz="1600" b="0" strike="noStrike" spc="-1" dirty="0">
                <a:solidFill>
                  <a:srgbClr val="000000"/>
                </a:solidFill>
                <a:latin typeface="Calibri"/>
                <a:ea typeface="Calibri"/>
              </a:rPr>
              <a:t> que </a:t>
            </a:r>
            <a:r>
              <a:rPr lang="en-US" sz="1600" b="0" strike="noStrike" spc="-1" dirty="0" err="1">
                <a:solidFill>
                  <a:srgbClr val="000000"/>
                </a:solidFill>
                <a:latin typeface="Calibri"/>
                <a:ea typeface="Calibri"/>
              </a:rPr>
              <a:t>te</a:t>
            </a:r>
            <a:r>
              <a:rPr lang="en-US" sz="1600" b="0" strike="noStrike" spc="-1" dirty="0">
                <a:solidFill>
                  <a:srgbClr val="000000"/>
                </a:solidFill>
                <a:latin typeface="Calibri"/>
                <a:ea typeface="Calibri"/>
              </a:rPr>
              <a:t> </a:t>
            </a:r>
            <a:r>
              <a:rPr lang="en-US" sz="1600" b="0" strike="noStrike" spc="-1" dirty="0" err="1">
                <a:solidFill>
                  <a:srgbClr val="000000"/>
                </a:solidFill>
                <a:latin typeface="Calibri"/>
                <a:ea typeface="Calibri"/>
              </a:rPr>
              <a:t>permitirá</a:t>
            </a:r>
            <a:r>
              <a:rPr lang="en-US" sz="1600" b="0" strike="noStrike" spc="-1" dirty="0">
                <a:solidFill>
                  <a:srgbClr val="000000"/>
                </a:solidFill>
                <a:latin typeface="Calibri"/>
                <a:ea typeface="Calibri"/>
              </a:rPr>
              <a:t> </a:t>
            </a:r>
            <a:r>
              <a:rPr lang="en-US" sz="1600" b="0" strike="noStrike" spc="-1" dirty="0" err="1">
                <a:solidFill>
                  <a:srgbClr val="000000"/>
                </a:solidFill>
                <a:latin typeface="Calibri"/>
                <a:ea typeface="Calibri"/>
              </a:rPr>
              <a:t>seleccionar</a:t>
            </a:r>
            <a:r>
              <a:rPr lang="en-US" sz="1600" b="0" strike="noStrike" spc="-1" dirty="0">
                <a:solidFill>
                  <a:srgbClr val="000000"/>
                </a:solidFill>
                <a:latin typeface="Calibri"/>
                <a:ea typeface="Calibri"/>
              </a:rPr>
              <a:t> un </a:t>
            </a:r>
            <a:r>
              <a:rPr lang="en-US" sz="1600" b="0" strike="noStrike" spc="-1" dirty="0" err="1">
                <a:solidFill>
                  <a:srgbClr val="000000"/>
                </a:solidFill>
                <a:latin typeface="Calibri"/>
                <a:ea typeface="Calibri"/>
              </a:rPr>
              <a:t>elemento</a:t>
            </a:r>
            <a:r>
              <a:rPr lang="en-US" sz="1600" b="0" strike="noStrike" spc="-1" dirty="0">
                <a:solidFill>
                  <a:srgbClr val="000000"/>
                </a:solidFill>
                <a:latin typeface="Calibri"/>
                <a:ea typeface="Calibri"/>
              </a:rPr>
              <a:t> </a:t>
            </a:r>
            <a:r>
              <a:rPr lang="en-US" sz="1600" b="0" strike="noStrike" spc="-1" dirty="0" err="1">
                <a:solidFill>
                  <a:srgbClr val="000000"/>
                </a:solidFill>
                <a:latin typeface="Calibri"/>
                <a:ea typeface="Calibri"/>
              </a:rPr>
              <a:t>en</a:t>
            </a:r>
            <a:r>
              <a:rPr lang="en-US" sz="1600" b="0" strike="noStrike" spc="-1" dirty="0">
                <a:solidFill>
                  <a:srgbClr val="000000"/>
                </a:solidFill>
                <a:latin typeface="Calibri"/>
                <a:ea typeface="Calibri"/>
              </a:rPr>
              <a:t> </a:t>
            </a:r>
            <a:r>
              <a:rPr lang="en-US" sz="1600" b="0" strike="noStrike" spc="-1" dirty="0" err="1">
                <a:solidFill>
                  <a:srgbClr val="000000"/>
                </a:solidFill>
                <a:latin typeface="Calibri"/>
                <a:ea typeface="Calibri"/>
              </a:rPr>
              <a:t>función</a:t>
            </a:r>
            <a:r>
              <a:rPr lang="en-US" sz="1600" b="0" strike="noStrike" spc="-1" dirty="0">
                <a:solidFill>
                  <a:srgbClr val="000000"/>
                </a:solidFill>
                <a:latin typeface="Calibri"/>
                <a:ea typeface="Calibri"/>
              </a:rPr>
              <a:t> de sus </a:t>
            </a:r>
            <a:r>
              <a:rPr lang="en-US" sz="1600" b="0" strike="noStrike" spc="-1" dirty="0" err="1">
                <a:solidFill>
                  <a:srgbClr val="000000"/>
                </a:solidFill>
                <a:latin typeface="Calibri"/>
                <a:ea typeface="Calibri"/>
              </a:rPr>
              <a:t>descendientes</a:t>
            </a:r>
            <a:r>
              <a:rPr lang="en-US" sz="1100" b="0" strike="noStrike" spc="-1" dirty="0">
                <a:solidFill>
                  <a:srgbClr val="000000"/>
                </a:solidFill>
                <a:latin typeface="Calibri"/>
                <a:ea typeface="Calibri"/>
              </a:rPr>
              <a:t>. </a:t>
            </a:r>
            <a:endParaRPr lang="es-ES" sz="1100" b="0" strike="noStrike" spc="-1" dirty="0">
              <a:solidFill>
                <a:srgbClr val="000000"/>
              </a:solidFill>
              <a:latin typeface="Constantia"/>
            </a:endParaRPr>
          </a:p>
        </p:txBody>
      </p:sp>
      <p:sp>
        <p:nvSpPr>
          <p:cNvPr id="193" name="Marcador de número de diapositiva 4"/>
          <p:cNvSpPr txBox="1"/>
          <p:nvPr/>
        </p:nvSpPr>
        <p:spPr>
          <a:xfrm>
            <a:off x="7924680" y="6356520"/>
            <a:ext cx="761760" cy="364680"/>
          </a:xfrm>
          <a:prstGeom prst="rect">
            <a:avLst/>
          </a:prstGeom>
          <a:noFill/>
          <a:ln w="0">
            <a:noFill/>
          </a:ln>
        </p:spPr>
        <p:txBody>
          <a:bodyPr lIns="0" tIns="0" rIns="0" bIns="0" anchor="b">
            <a:noAutofit/>
          </a:bodyPr>
          <a:lstStyle/>
          <a:p>
            <a:pPr algn="r">
              <a:lnSpc>
                <a:spcPct val="100000"/>
              </a:lnSpc>
            </a:pPr>
            <a:fld id="{5F740344-5651-4CA4-A80F-C978C1A14EA9}" type="slidenum">
              <a:rPr lang="es-ES" sz="1200" b="0" strike="noStrike" spc="-1">
                <a:solidFill>
                  <a:srgbClr val="035C75"/>
                </a:solidFill>
                <a:latin typeface="Constantia"/>
              </a:rPr>
              <a:t>22</a:t>
            </a:fld>
            <a:endParaRPr lang="es-ES" sz="1200" b="0" strike="noStrike" spc="-1">
              <a:latin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 name="Título 1"/>
          <p:cNvSpPr txBox="1"/>
          <p:nvPr/>
        </p:nvSpPr>
        <p:spPr>
          <a:xfrm>
            <a:off x="457200" y="332640"/>
            <a:ext cx="8506800" cy="1142640"/>
          </a:xfrm>
          <a:prstGeom prst="rect">
            <a:avLst/>
          </a:prstGeom>
          <a:noFill/>
          <a:ln w="0">
            <a:noFill/>
          </a:ln>
        </p:spPr>
        <p:txBody>
          <a:bodyPr lIns="0" tIns="45000" rIns="0" bIns="0" anchor="b">
            <a:normAutofit/>
          </a:bodyPr>
          <a:lstStyle/>
          <a:p>
            <a:pPr>
              <a:lnSpc>
                <a:spcPct val="100000"/>
              </a:lnSpc>
            </a:pPr>
            <a:r>
              <a:rPr lang="es-ES" sz="4000" b="0" strike="noStrike" spc="-1" dirty="0">
                <a:solidFill>
                  <a:srgbClr val="04617B"/>
                </a:solidFill>
                <a:latin typeface="Calibri"/>
              </a:rPr>
              <a:t>Selectores avanzados</a:t>
            </a:r>
            <a:endParaRPr lang="es-ES" sz="4000" b="0" strike="noStrike" spc="-1" dirty="0">
              <a:solidFill>
                <a:srgbClr val="000000"/>
              </a:solidFill>
              <a:latin typeface="Constantia"/>
            </a:endParaRPr>
          </a:p>
        </p:txBody>
      </p:sp>
      <p:sp>
        <p:nvSpPr>
          <p:cNvPr id="195" name="Marcador de contenido 2"/>
          <p:cNvSpPr txBox="1"/>
          <p:nvPr/>
        </p:nvSpPr>
        <p:spPr>
          <a:xfrm>
            <a:off x="467640" y="1556640"/>
            <a:ext cx="7920360" cy="4968360"/>
          </a:xfrm>
          <a:prstGeom prst="rect">
            <a:avLst/>
          </a:prstGeom>
          <a:noFill/>
          <a:ln w="0">
            <a:noFill/>
          </a:ln>
        </p:spPr>
        <p:txBody>
          <a:bodyPr lIns="90000" tIns="45000" rIns="90000" bIns="45000">
            <a:noAutofit/>
          </a:bodyPr>
          <a:lstStyle/>
          <a:p>
            <a:pPr>
              <a:lnSpc>
                <a:spcPct val="120000"/>
              </a:lnSpc>
              <a:spcAft>
                <a:spcPts val="601"/>
              </a:spcAft>
              <a:tabLst>
                <a:tab pos="0" algn="l"/>
              </a:tabLst>
            </a:pPr>
            <a:r>
              <a:rPr lang="es-ES" sz="2400" b="1" strike="noStrike" spc="-1" dirty="0" err="1">
                <a:solidFill>
                  <a:srgbClr val="000000"/>
                </a:solidFill>
                <a:latin typeface="Calibri"/>
              </a:rPr>
              <a:t>Pseudo-clases</a:t>
            </a:r>
            <a:endParaRPr lang="es-ES" sz="2400" b="0" strike="noStrike" spc="-1" dirty="0">
              <a:solidFill>
                <a:srgbClr val="000000"/>
              </a:solidFill>
              <a:latin typeface="Constantia"/>
            </a:endParaRPr>
          </a:p>
          <a:p>
            <a:pPr marL="480960" lvl="2" indent="-285480" algn="just">
              <a:lnSpc>
                <a:spcPct val="100000"/>
              </a:lnSpc>
              <a:buClr>
                <a:srgbClr val="0B5394"/>
              </a:buClr>
              <a:buSzPct val="90000"/>
              <a:buFont typeface="Wingdings 2" charset="2"/>
              <a:buChar char=""/>
              <a:tabLst>
                <a:tab pos="0" algn="l"/>
              </a:tabLst>
            </a:pPr>
            <a:r>
              <a:rPr lang="es-ES" sz="1600" b="0" strike="noStrike" spc="-1" dirty="0">
                <a:solidFill>
                  <a:srgbClr val="000000"/>
                </a:solidFill>
                <a:latin typeface="Calibri"/>
              </a:rPr>
              <a:t>En el siguiente ejemplo el selector </a:t>
            </a:r>
            <a:r>
              <a:rPr lang="es-ES" sz="1600" b="1" strike="noStrike" spc="-1" dirty="0">
                <a:solidFill>
                  <a:srgbClr val="000000"/>
                </a:solidFill>
                <a:latin typeface="Calibri"/>
              </a:rPr>
              <a:t>p </a:t>
            </a:r>
            <a:r>
              <a:rPr lang="es-ES" sz="1600" b="1" strike="noStrike" spc="-1" dirty="0" err="1">
                <a:solidFill>
                  <a:srgbClr val="000000"/>
                </a:solidFill>
                <a:latin typeface="Calibri"/>
              </a:rPr>
              <a:t>em:first-child</a:t>
            </a:r>
            <a:r>
              <a:rPr lang="es-ES" sz="1600" b="1" strike="noStrike" spc="-1" dirty="0">
                <a:solidFill>
                  <a:srgbClr val="000000"/>
                </a:solidFill>
                <a:latin typeface="Calibri"/>
              </a:rPr>
              <a:t> </a:t>
            </a:r>
            <a:r>
              <a:rPr lang="es-ES" sz="1600" b="0" strike="noStrike" spc="-1" dirty="0">
                <a:solidFill>
                  <a:srgbClr val="000000"/>
                </a:solidFill>
                <a:latin typeface="Calibri"/>
              </a:rPr>
              <a:t>selecciona el primer elemento &lt;em&gt; que se encuentre dentro de un elemento &lt;p&gt;, siempre y cuando sea el primer hijo (si . Por tanto, en el ejemplo anterior sólo el primer &lt;em&gt; se ve de color rojo.</a:t>
            </a:r>
            <a:endParaRPr lang="es-ES" sz="1600" b="0" strike="noStrike" spc="-1" dirty="0">
              <a:solidFill>
                <a:srgbClr val="000000"/>
              </a:solidFill>
              <a:latin typeface="Constantia"/>
            </a:endParaRPr>
          </a:p>
          <a:p>
            <a:endParaRPr lang="es-ES" sz="1600" b="0" strike="noStrike" spc="-1" dirty="0">
              <a:solidFill>
                <a:srgbClr val="000000"/>
              </a:solidFill>
              <a:latin typeface="Constantia"/>
            </a:endParaRPr>
          </a:p>
        </p:txBody>
      </p:sp>
      <p:sp>
        <p:nvSpPr>
          <p:cNvPr id="196" name="Marcador de número de diapositiva 4"/>
          <p:cNvSpPr txBox="1"/>
          <p:nvPr/>
        </p:nvSpPr>
        <p:spPr>
          <a:xfrm>
            <a:off x="7924680" y="6356520"/>
            <a:ext cx="761760" cy="364680"/>
          </a:xfrm>
          <a:prstGeom prst="rect">
            <a:avLst/>
          </a:prstGeom>
          <a:noFill/>
          <a:ln w="0">
            <a:noFill/>
          </a:ln>
        </p:spPr>
        <p:txBody>
          <a:bodyPr lIns="0" tIns="0" rIns="0" bIns="0" anchor="b">
            <a:noAutofit/>
          </a:bodyPr>
          <a:lstStyle/>
          <a:p>
            <a:pPr algn="r">
              <a:lnSpc>
                <a:spcPct val="100000"/>
              </a:lnSpc>
            </a:pPr>
            <a:fld id="{E0C02D45-34EE-493D-9E74-4E7DF3A457FA}" type="slidenum">
              <a:rPr lang="es-ES" sz="1200" b="0" strike="noStrike" spc="-1">
                <a:solidFill>
                  <a:srgbClr val="035C75"/>
                </a:solidFill>
                <a:latin typeface="Constantia"/>
              </a:rPr>
              <a:t>23</a:t>
            </a:fld>
            <a:endParaRPr lang="es-ES" sz="1200" b="0" strike="noStrike" spc="-1">
              <a:latin typeface="Times New Roman"/>
            </a:endParaRPr>
          </a:p>
        </p:txBody>
      </p:sp>
      <p:sp>
        <p:nvSpPr>
          <p:cNvPr id="197" name="Text Box 4"/>
          <p:cNvSpPr/>
          <p:nvPr/>
        </p:nvSpPr>
        <p:spPr>
          <a:xfrm>
            <a:off x="1041480" y="3253320"/>
            <a:ext cx="7263720" cy="2221560"/>
          </a:xfrm>
          <a:prstGeom prst="rect">
            <a:avLst/>
          </a:prstGeom>
          <a:solidFill>
            <a:srgbClr val="FFFFFF"/>
          </a:solidFill>
          <a:ln w="3175">
            <a:solidFill>
              <a:srgbClr val="009DD9"/>
            </a:solidFill>
            <a:prstDash val="dash"/>
            <a:round/>
          </a:ln>
        </p:spPr>
        <p:style>
          <a:lnRef idx="2">
            <a:schemeClr val="accent2"/>
          </a:lnRef>
          <a:fillRef idx="1">
            <a:schemeClr val="lt1"/>
          </a:fillRef>
          <a:effectRef idx="0">
            <a:schemeClr val="accent2"/>
          </a:effectRef>
          <a:fontRef idx="minor"/>
        </p:style>
        <p:txBody>
          <a:bodyPr lIns="90000" tIns="45000" rIns="90000" bIns="45000">
            <a:spAutoFit/>
          </a:bodyPr>
          <a:lstStyle/>
          <a:p>
            <a:pPr marL="266760" indent="-266400">
              <a:lnSpc>
                <a:spcPct val="100000"/>
              </a:lnSpc>
              <a:tabLst>
                <a:tab pos="0" algn="l"/>
              </a:tabLst>
            </a:pPr>
            <a:r>
              <a:rPr lang="es-ES" sz="1400" b="0" strike="noStrike" spc="-1" dirty="0">
                <a:solidFill>
                  <a:srgbClr val="000000"/>
                </a:solidFill>
                <a:latin typeface="Courier New"/>
              </a:rPr>
              <a:t>p </a:t>
            </a:r>
            <a:r>
              <a:rPr lang="es-ES" sz="1400" b="0" strike="noStrike" spc="-1" dirty="0" err="1">
                <a:solidFill>
                  <a:srgbClr val="000000"/>
                </a:solidFill>
                <a:latin typeface="Courier New"/>
              </a:rPr>
              <a:t>em:first-child</a:t>
            </a:r>
            <a:r>
              <a:rPr lang="es-ES" sz="1400" b="0" strike="noStrike" spc="-1" dirty="0">
                <a:solidFill>
                  <a:srgbClr val="000000"/>
                </a:solidFill>
                <a:latin typeface="Courier New"/>
              </a:rPr>
              <a:t> {</a:t>
            </a:r>
            <a:endParaRPr lang="es-ES" sz="1400" b="0" strike="noStrike" spc="-1" dirty="0">
              <a:latin typeface="Arial"/>
            </a:endParaRPr>
          </a:p>
          <a:p>
            <a:pPr marL="266760" indent="-266400">
              <a:lnSpc>
                <a:spcPct val="100000"/>
              </a:lnSpc>
              <a:tabLst>
                <a:tab pos="0" algn="l"/>
              </a:tabLst>
            </a:pPr>
            <a:r>
              <a:rPr lang="es-ES" sz="1400" b="0" strike="noStrike" spc="-1" dirty="0">
                <a:solidFill>
                  <a:srgbClr val="000000"/>
                </a:solidFill>
                <a:latin typeface="Courier New"/>
              </a:rPr>
              <a:t>  color: red;</a:t>
            </a:r>
            <a:endParaRPr lang="es-ES" sz="1400" b="0" strike="noStrike" spc="-1" dirty="0">
              <a:latin typeface="Arial"/>
            </a:endParaRPr>
          </a:p>
          <a:p>
            <a:pPr marL="266760" indent="-266400">
              <a:lnSpc>
                <a:spcPct val="100000"/>
              </a:lnSpc>
              <a:tabLst>
                <a:tab pos="0" algn="l"/>
              </a:tabLst>
            </a:pPr>
            <a:r>
              <a:rPr lang="es-ES" sz="1400" b="0" strike="noStrike" spc="-1" dirty="0">
                <a:solidFill>
                  <a:srgbClr val="000000"/>
                </a:solidFill>
                <a:latin typeface="Courier New"/>
              </a:rPr>
              <a:t>}</a:t>
            </a:r>
            <a:endParaRPr lang="es-ES" sz="1400" b="0" strike="noStrike" spc="-1" dirty="0">
              <a:latin typeface="Arial"/>
            </a:endParaRPr>
          </a:p>
          <a:p>
            <a:pPr marL="266760" indent="-266400">
              <a:lnSpc>
                <a:spcPct val="100000"/>
              </a:lnSpc>
              <a:tabLst>
                <a:tab pos="0" algn="l"/>
              </a:tabLst>
            </a:pPr>
            <a:r>
              <a:rPr lang="es-ES" sz="1400" b="0" strike="noStrike" spc="-1" dirty="0">
                <a:solidFill>
                  <a:srgbClr val="000000"/>
                </a:solidFill>
                <a:latin typeface="Courier New"/>
              </a:rPr>
              <a:t> </a:t>
            </a:r>
            <a:endParaRPr lang="es-ES" sz="1400" b="0" strike="noStrike" spc="-1" dirty="0">
              <a:latin typeface="Arial"/>
            </a:endParaRPr>
          </a:p>
          <a:p>
            <a:pPr marL="266760" indent="-266400" algn="just">
              <a:lnSpc>
                <a:spcPct val="100000"/>
              </a:lnSpc>
              <a:tabLst>
                <a:tab pos="0" algn="l"/>
              </a:tabLst>
            </a:pPr>
            <a:r>
              <a:rPr lang="es-ES" sz="1400" b="0" strike="noStrike" spc="-1" dirty="0">
                <a:solidFill>
                  <a:srgbClr val="000000"/>
                </a:solidFill>
                <a:latin typeface="Courier New"/>
              </a:rPr>
              <a:t>&lt;p&gt;</a:t>
            </a:r>
            <a:endParaRPr lang="es-ES" sz="1400" b="0" strike="noStrike" spc="-1" dirty="0">
              <a:latin typeface="Arial"/>
            </a:endParaRPr>
          </a:p>
          <a:p>
            <a:pPr marL="266760" indent="-266400" algn="just">
              <a:lnSpc>
                <a:spcPct val="100000"/>
              </a:lnSpc>
              <a:tabLst>
                <a:tab pos="0" algn="l"/>
              </a:tabLst>
            </a:pPr>
            <a:r>
              <a:rPr lang="es-ES" sz="1400" b="0" strike="noStrike" spc="-1" dirty="0">
                <a:solidFill>
                  <a:srgbClr val="000000"/>
                </a:solidFill>
                <a:latin typeface="Courier New"/>
              </a:rPr>
              <a:t>	</a:t>
            </a:r>
            <a:r>
              <a:rPr lang="es-ES" sz="1400" b="0" strike="noStrike" spc="-1" dirty="0" err="1">
                <a:solidFill>
                  <a:srgbClr val="000000"/>
                </a:solidFill>
                <a:latin typeface="Courier New"/>
              </a:rPr>
              <a:t>Lorem</a:t>
            </a:r>
            <a:r>
              <a:rPr lang="es-ES" sz="1400" b="0" strike="noStrike" spc="-1" dirty="0">
                <a:solidFill>
                  <a:srgbClr val="000000"/>
                </a:solidFill>
                <a:latin typeface="Courier New"/>
              </a:rPr>
              <a:t>&lt;</a:t>
            </a:r>
            <a:r>
              <a:rPr lang="es-ES" sz="1400" b="0" strike="noStrike" spc="-1" dirty="0" err="1">
                <a:solidFill>
                  <a:srgbClr val="000000"/>
                </a:solidFill>
                <a:latin typeface="Courier New"/>
              </a:rPr>
              <a:t>span</a:t>
            </a:r>
            <a:r>
              <a:rPr lang="es-ES" sz="1400" b="0" strike="noStrike" spc="-1" dirty="0">
                <a:solidFill>
                  <a:srgbClr val="000000"/>
                </a:solidFill>
                <a:latin typeface="Courier New"/>
              </a:rPr>
              <a:t>&gt;&lt;em&gt;</a:t>
            </a:r>
            <a:r>
              <a:rPr lang="es-ES" sz="1400" b="0" strike="noStrike" spc="-1" dirty="0" err="1">
                <a:solidFill>
                  <a:srgbClr val="000000"/>
                </a:solidFill>
                <a:latin typeface="Courier New"/>
              </a:rPr>
              <a:t>ipsum</a:t>
            </a:r>
            <a:r>
              <a:rPr lang="es-ES" sz="1400" b="0" strike="noStrike" spc="-1" dirty="0">
                <a:solidFill>
                  <a:srgbClr val="000000"/>
                </a:solidFill>
                <a:latin typeface="Courier New"/>
              </a:rPr>
              <a:t> dolor&lt;/em&gt;&lt;/</a:t>
            </a:r>
            <a:r>
              <a:rPr lang="es-ES" sz="1400" b="0" strike="noStrike" spc="-1" dirty="0" err="1">
                <a:solidFill>
                  <a:srgbClr val="000000"/>
                </a:solidFill>
                <a:latin typeface="Courier New"/>
              </a:rPr>
              <a:t>span</a:t>
            </a:r>
            <a:r>
              <a:rPr lang="es-ES" sz="1400" b="0" strike="noStrike" spc="-1" dirty="0">
                <a:solidFill>
                  <a:srgbClr val="000000"/>
                </a:solidFill>
                <a:latin typeface="Courier New"/>
              </a:rPr>
              <a:t>&gt; </a:t>
            </a:r>
            <a:r>
              <a:rPr lang="es-ES" sz="1400" b="0" strike="noStrike" spc="-1" dirty="0" err="1">
                <a:solidFill>
                  <a:srgbClr val="000000"/>
                </a:solidFill>
                <a:latin typeface="Courier New"/>
              </a:rPr>
              <a:t>sit</a:t>
            </a:r>
            <a:r>
              <a:rPr lang="es-ES" sz="1400" b="0" strike="noStrike" spc="-1" dirty="0">
                <a:solidFill>
                  <a:srgbClr val="000000"/>
                </a:solidFill>
                <a:latin typeface="Courier New"/>
              </a:rPr>
              <a:t> </a:t>
            </a:r>
            <a:r>
              <a:rPr lang="es-ES" sz="1400" b="0" strike="noStrike" spc="-1" dirty="0" err="1">
                <a:solidFill>
                  <a:srgbClr val="000000"/>
                </a:solidFill>
                <a:latin typeface="Courier New"/>
              </a:rPr>
              <a:t>met,consecte</a:t>
            </a:r>
            <a:r>
              <a:rPr lang="es-ES" sz="1400" b="0" strike="noStrike" spc="-1" dirty="0">
                <a:solidFill>
                  <a:srgbClr val="000000"/>
                </a:solidFill>
                <a:latin typeface="Courier New"/>
              </a:rPr>
              <a:t> </a:t>
            </a:r>
            <a:r>
              <a:rPr lang="es-ES" sz="1400" b="0" strike="noStrike" spc="-1" dirty="0" err="1">
                <a:solidFill>
                  <a:srgbClr val="000000"/>
                </a:solidFill>
                <a:latin typeface="Courier New"/>
              </a:rPr>
              <a:t>tueradipiscinelit</a:t>
            </a:r>
            <a:r>
              <a:rPr lang="es-ES" sz="1400" b="0" strike="noStrike" spc="-1" dirty="0">
                <a:solidFill>
                  <a:srgbClr val="000000"/>
                </a:solidFill>
                <a:latin typeface="Courier New"/>
              </a:rPr>
              <a:t>. </a:t>
            </a:r>
            <a:r>
              <a:rPr lang="es-ES" sz="1400" b="0" strike="noStrike" spc="-1" dirty="0" err="1">
                <a:solidFill>
                  <a:srgbClr val="000000"/>
                </a:solidFill>
                <a:latin typeface="Courier New"/>
              </a:rPr>
              <a:t>Praesent</a:t>
            </a:r>
            <a:r>
              <a:rPr lang="es-ES" sz="1400" b="0" strike="noStrike" spc="-1" dirty="0">
                <a:solidFill>
                  <a:srgbClr val="000000"/>
                </a:solidFill>
                <a:latin typeface="Courier New"/>
              </a:rPr>
              <a:t> odio </a:t>
            </a:r>
            <a:r>
              <a:rPr lang="es-ES" sz="1400" b="0" strike="noStrike" spc="-1" dirty="0" err="1">
                <a:solidFill>
                  <a:srgbClr val="000000"/>
                </a:solidFill>
                <a:latin typeface="Courier New"/>
              </a:rPr>
              <a:t>sem</a:t>
            </a:r>
            <a:r>
              <a:rPr lang="es-ES" sz="1400" b="0" strike="noStrike" spc="-1" dirty="0">
                <a:solidFill>
                  <a:srgbClr val="000000"/>
                </a:solidFill>
                <a:latin typeface="Courier New"/>
              </a:rPr>
              <a:t>, </a:t>
            </a:r>
            <a:r>
              <a:rPr lang="es-ES" sz="1400" b="0" strike="noStrike" spc="-1" dirty="0" err="1">
                <a:solidFill>
                  <a:srgbClr val="000000"/>
                </a:solidFill>
                <a:latin typeface="Courier New"/>
              </a:rPr>
              <a:t>tempor</a:t>
            </a:r>
            <a:r>
              <a:rPr lang="es-ES" sz="1400" b="0" strike="noStrike" spc="-1" dirty="0">
                <a:solidFill>
                  <a:srgbClr val="000000"/>
                </a:solidFill>
                <a:latin typeface="Courier New"/>
              </a:rPr>
              <a:t> quis, &lt;em&gt;auctor </a:t>
            </a:r>
            <a:r>
              <a:rPr lang="es-ES" sz="1400" b="0" strike="noStrike" spc="-1" dirty="0" err="1">
                <a:solidFill>
                  <a:srgbClr val="000000"/>
                </a:solidFill>
                <a:latin typeface="Courier New"/>
              </a:rPr>
              <a:t>eu</a:t>
            </a:r>
            <a:r>
              <a:rPr lang="es-ES" sz="1400" b="0" strike="noStrike" spc="-1" dirty="0">
                <a:solidFill>
                  <a:srgbClr val="000000"/>
                </a:solidFill>
                <a:latin typeface="Courier New"/>
              </a:rPr>
              <a:t>&lt;/em&gt;, </a:t>
            </a:r>
            <a:r>
              <a:rPr lang="es-ES" sz="1400" b="0" strike="noStrike" spc="-1" dirty="0" err="1">
                <a:solidFill>
                  <a:srgbClr val="000000"/>
                </a:solidFill>
                <a:latin typeface="Courier New"/>
              </a:rPr>
              <a:t>tempus</a:t>
            </a:r>
            <a:r>
              <a:rPr lang="es-ES" sz="1400" b="0" strike="noStrike" spc="-1" dirty="0">
                <a:solidFill>
                  <a:srgbClr val="000000"/>
                </a:solidFill>
                <a:latin typeface="Courier New"/>
              </a:rPr>
              <a:t> at, </a:t>
            </a:r>
            <a:r>
              <a:rPr lang="es-ES" sz="1400" b="0" strike="noStrike" spc="-1" dirty="0" err="1">
                <a:solidFill>
                  <a:srgbClr val="000000"/>
                </a:solidFill>
                <a:latin typeface="Courier New"/>
              </a:rPr>
              <a:t>enim</a:t>
            </a:r>
            <a:r>
              <a:rPr lang="es-ES" sz="1400" b="0" strike="noStrike" spc="-1" dirty="0">
                <a:solidFill>
                  <a:srgbClr val="000000"/>
                </a:solidFill>
                <a:latin typeface="Courier New"/>
              </a:rPr>
              <a:t>. </a:t>
            </a:r>
            <a:r>
              <a:rPr lang="es-ES" sz="1400" b="0" strike="noStrike" spc="-1" dirty="0" err="1">
                <a:solidFill>
                  <a:srgbClr val="000000"/>
                </a:solidFill>
                <a:latin typeface="Courier New"/>
              </a:rPr>
              <a:t>Praesent</a:t>
            </a:r>
            <a:r>
              <a:rPr lang="es-ES" sz="1400" b="0" strike="noStrike" spc="-1" dirty="0">
                <a:solidFill>
                  <a:srgbClr val="000000"/>
                </a:solidFill>
                <a:latin typeface="Courier New"/>
              </a:rPr>
              <a:t> </a:t>
            </a:r>
            <a:r>
              <a:rPr lang="es-ES" sz="1400" b="0" strike="noStrike" spc="-1" dirty="0" err="1">
                <a:solidFill>
                  <a:srgbClr val="000000"/>
                </a:solidFill>
                <a:latin typeface="Courier New"/>
              </a:rPr>
              <a:t>nulla</a:t>
            </a:r>
            <a:r>
              <a:rPr lang="es-ES" sz="1400" b="0" strike="noStrike" spc="-1" dirty="0">
                <a:solidFill>
                  <a:srgbClr val="000000"/>
                </a:solidFill>
                <a:latin typeface="Courier New"/>
              </a:rPr>
              <a:t> ante, &lt;em&gt;</a:t>
            </a:r>
            <a:r>
              <a:rPr lang="es-ES" sz="1400" b="0" strike="noStrike" spc="-1" dirty="0" err="1">
                <a:solidFill>
                  <a:srgbClr val="000000"/>
                </a:solidFill>
                <a:latin typeface="Courier New"/>
              </a:rPr>
              <a:t>ultricies</a:t>
            </a:r>
            <a:r>
              <a:rPr lang="es-ES" sz="1400" b="0" strike="noStrike" spc="-1" dirty="0">
                <a:solidFill>
                  <a:srgbClr val="000000"/>
                </a:solidFill>
                <a:latin typeface="Courier New"/>
              </a:rPr>
              <a:t>&lt;/em&gt; id, </a:t>
            </a:r>
            <a:r>
              <a:rPr lang="es-ES" sz="1400" b="0" strike="noStrike" spc="-1" dirty="0" err="1">
                <a:solidFill>
                  <a:srgbClr val="000000"/>
                </a:solidFill>
                <a:latin typeface="Courier New"/>
              </a:rPr>
              <a:t>porttitor</a:t>
            </a:r>
            <a:r>
              <a:rPr lang="es-ES" sz="1400" b="0" strike="noStrike" spc="-1" dirty="0">
                <a:solidFill>
                  <a:srgbClr val="000000"/>
                </a:solidFill>
                <a:latin typeface="Courier New"/>
              </a:rPr>
              <a:t> ut, pulvinar quis, </a:t>
            </a:r>
            <a:r>
              <a:rPr lang="es-ES" sz="1400" b="0" strike="noStrike" spc="-1" dirty="0" err="1">
                <a:solidFill>
                  <a:srgbClr val="000000"/>
                </a:solidFill>
                <a:latin typeface="Courier New"/>
              </a:rPr>
              <a:t>dui</a:t>
            </a:r>
            <a:r>
              <a:rPr lang="es-ES" sz="1400" b="0" strike="noStrike" spc="-1" dirty="0">
                <a:solidFill>
                  <a:srgbClr val="000000"/>
                </a:solidFill>
                <a:latin typeface="Courier New"/>
              </a:rPr>
              <a:t>.</a:t>
            </a:r>
            <a:endParaRPr lang="es-ES" sz="1400" b="0" strike="noStrike" spc="-1" dirty="0">
              <a:latin typeface="Arial"/>
            </a:endParaRPr>
          </a:p>
          <a:p>
            <a:pPr marL="266760" indent="-266400" algn="just">
              <a:lnSpc>
                <a:spcPct val="100000"/>
              </a:lnSpc>
              <a:tabLst>
                <a:tab pos="0" algn="l"/>
              </a:tabLst>
            </a:pPr>
            <a:r>
              <a:rPr lang="es-ES" sz="1400" b="0" strike="noStrike" spc="-1" dirty="0">
                <a:solidFill>
                  <a:srgbClr val="000000"/>
                </a:solidFill>
                <a:latin typeface="Courier New"/>
              </a:rPr>
              <a:t>&lt;/p&gt;</a:t>
            </a:r>
            <a:endParaRPr lang="es-ES" sz="1400" b="0" strike="noStrike" spc="-1" dirty="0">
              <a:latin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98E8F457-DE06-4617-919D-67AEC5EC2419}"/>
              </a:ext>
            </a:extLst>
          </p:cNvPr>
          <p:cNvSpPr txBox="1"/>
          <p:nvPr/>
        </p:nvSpPr>
        <p:spPr>
          <a:xfrm>
            <a:off x="457200" y="332640"/>
            <a:ext cx="8506800" cy="1142640"/>
          </a:xfrm>
          <a:prstGeom prst="rect">
            <a:avLst/>
          </a:prstGeom>
          <a:noFill/>
          <a:ln w="0">
            <a:noFill/>
          </a:ln>
        </p:spPr>
        <p:txBody>
          <a:bodyPr lIns="0" tIns="45000" rIns="0" bIns="0" anchor="b">
            <a:normAutofit/>
          </a:bodyPr>
          <a:lstStyle/>
          <a:p>
            <a:pPr>
              <a:lnSpc>
                <a:spcPct val="100000"/>
              </a:lnSpc>
            </a:pPr>
            <a:r>
              <a:rPr lang="es-ES" sz="4000" b="0" strike="noStrike" spc="-1" dirty="0">
                <a:solidFill>
                  <a:srgbClr val="04617B"/>
                </a:solidFill>
                <a:latin typeface="Calibri"/>
              </a:rPr>
              <a:t>Selectores avanzados</a:t>
            </a:r>
            <a:endParaRPr lang="es-ES" sz="4000" b="0" strike="noStrike" spc="-1" dirty="0">
              <a:solidFill>
                <a:srgbClr val="000000"/>
              </a:solidFill>
              <a:latin typeface="Constantia"/>
            </a:endParaRPr>
          </a:p>
        </p:txBody>
      </p:sp>
      <p:sp>
        <p:nvSpPr>
          <p:cNvPr id="5" name="Marcador de contenido 2">
            <a:extLst>
              <a:ext uri="{FF2B5EF4-FFF2-40B4-BE49-F238E27FC236}">
                <a16:creationId xmlns:a16="http://schemas.microsoft.com/office/drawing/2014/main" id="{51B05095-6491-4B8D-9690-2672B1E3FB34}"/>
              </a:ext>
            </a:extLst>
          </p:cNvPr>
          <p:cNvSpPr txBox="1"/>
          <p:nvPr/>
        </p:nvSpPr>
        <p:spPr>
          <a:xfrm>
            <a:off x="467640" y="1556640"/>
            <a:ext cx="7920360" cy="17886096"/>
          </a:xfrm>
          <a:prstGeom prst="rect">
            <a:avLst/>
          </a:prstGeom>
          <a:noFill/>
          <a:ln w="0">
            <a:noFill/>
          </a:ln>
        </p:spPr>
        <p:txBody>
          <a:bodyPr lIns="90000" tIns="45000" rIns="90000" bIns="45000" anchor="t">
            <a:noAutofit/>
          </a:bodyPr>
          <a:lstStyle/>
          <a:p>
            <a:pPr>
              <a:lnSpc>
                <a:spcPct val="120000"/>
              </a:lnSpc>
              <a:spcAft>
                <a:spcPts val="601"/>
              </a:spcAft>
              <a:tabLst>
                <a:tab pos="0" algn="l"/>
              </a:tabLst>
            </a:pPr>
            <a:r>
              <a:rPr lang="es-ES" sz="2400" b="1" strike="noStrike" spc="-1" dirty="0" err="1">
                <a:solidFill>
                  <a:srgbClr val="000000"/>
                </a:solidFill>
                <a:latin typeface="Calibri" panose="020F0502020204030204" pitchFamily="34" charset="0"/>
                <a:cs typeface="Calibri" panose="020F0502020204030204" pitchFamily="34" charset="0"/>
              </a:rPr>
              <a:t>Pseudo-clases</a:t>
            </a:r>
            <a:endParaRPr lang="es-ES" sz="2400" b="0" strike="noStrike" spc="-1" dirty="0">
              <a:solidFill>
                <a:srgbClr val="000000"/>
              </a:solidFill>
              <a:latin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Suponiendo que hay un contenedor llamado </a:t>
            </a:r>
            <a:r>
              <a:rPr kumimoji="0" lang="es-ES" altLang="es-ES" sz="12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.container</a:t>
            </a:r>
            <a:r>
              <a:rPr kumimoji="0" lang="es-ES" altLang="es-ES" sz="1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como elemento padre, si este contenedor tiene un </a:t>
            </a:r>
            <a:r>
              <a:rPr kumimoji="0" lang="es-ES" altLang="es-ES" sz="12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h1</a:t>
            </a:r>
            <a:r>
              <a:rPr kumimoji="0" lang="es-ES" altLang="es-ES" sz="1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como elemento hijo, el </a:t>
            </a:r>
            <a:r>
              <a:rPr kumimoji="0" lang="es-ES" altLang="es-ES" sz="1200" b="0"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background</a:t>
            </a:r>
            <a:r>
              <a:rPr kumimoji="0" lang="es-ES" altLang="es-ES" sz="1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deberá de ser verde.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Este tipo de casos de uso lo resuelve la </a:t>
            </a:r>
            <a:r>
              <a:rPr kumimoji="0" lang="es-ES" altLang="es-ES" sz="1600" b="0"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pseudoclase</a:t>
            </a:r>
            <a:r>
              <a:rPr kumimoji="0" lang="es-ES" altLang="es-ES" sz="1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:has() de la siguiente forma:</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ES" altLang="es-E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ES" altLang="es-ES" sz="2800" b="0" i="0" u="none" strike="noStrike" cap="none" normalizeH="0" baseline="0" dirty="0">
              <a:ln>
                <a:noFill/>
              </a:ln>
              <a:solidFill>
                <a:schemeClr val="tx1"/>
              </a:solidFill>
              <a:effectLst/>
              <a:latin typeface="Arial" panose="020B0604020202020204" pitchFamily="34" charset="0"/>
            </a:endParaRPr>
          </a:p>
          <a:p>
            <a:pPr eaLnBrk="0" fontAlgn="base" hangingPunct="0">
              <a:spcBef>
                <a:spcPct val="0"/>
              </a:spcBef>
              <a:spcAft>
                <a:spcPct val="0"/>
              </a:spcAft>
            </a:pPr>
            <a:endParaRPr lang="es-ES" sz="1800" dirty="0">
              <a:effectLst/>
              <a:latin typeface="Calibri" panose="020F0502020204030204" pitchFamily="34" charset="0"/>
              <a:ea typeface="Times New Roman" panose="02020603050405020304" pitchFamily="18"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ES" altLang="es-ES" sz="2800" b="0" i="0" u="none" strike="noStrike" cap="none" normalizeH="0" baseline="0" dirty="0">
              <a:ln>
                <a:noFill/>
              </a:ln>
              <a:solidFill>
                <a:schemeClr val="tx1"/>
              </a:solidFill>
              <a:effectLst/>
              <a:latin typeface="Arial" panose="020B0604020202020204" pitchFamily="34" charset="0"/>
            </a:endParaRPr>
          </a:p>
        </p:txBody>
      </p:sp>
      <p:sp>
        <p:nvSpPr>
          <p:cNvPr id="8" name="Rectangle 3">
            <a:extLst>
              <a:ext uri="{FF2B5EF4-FFF2-40B4-BE49-F238E27FC236}">
                <a16:creationId xmlns:a16="http://schemas.microsoft.com/office/drawing/2014/main" id="{2D50EBD7-0621-478B-995D-4E4A5F9D98A0}"/>
              </a:ext>
            </a:extLst>
          </p:cNvPr>
          <p:cNvSpPr>
            <a:spLocks noChangeArrowheads="1"/>
          </p:cNvSpPr>
          <p:nvPr/>
        </p:nvSpPr>
        <p:spPr bwMode="auto">
          <a:xfrm>
            <a:off x="457200" y="3069595"/>
            <a:ext cx="6618849"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400" b="0" i="0" u="none" strike="noStrike" cap="none" normalizeH="0" baseline="0" dirty="0">
                <a:ln>
                  <a:noFill/>
                </a:ln>
                <a:solidFill>
                  <a:schemeClr val="tx1"/>
                </a:solidFill>
                <a:effectLst/>
                <a:latin typeface="Courier"/>
                <a:ea typeface="Times New Roman" panose="02020603050405020304" pitchFamily="18" charset="0"/>
                <a:cs typeface="Courier New" panose="02070309020205020404" pitchFamily="49" charset="0"/>
              </a:rPr>
              <a:t>.</a:t>
            </a:r>
            <a:r>
              <a:rPr kumimoji="0" lang="es-ES" altLang="es-ES" sz="1400" b="0" i="0" u="none" strike="noStrike" cap="none" normalizeH="0" baseline="0" dirty="0" err="1">
                <a:ln>
                  <a:noFill/>
                </a:ln>
                <a:solidFill>
                  <a:schemeClr val="tx1"/>
                </a:solidFill>
                <a:effectLst/>
                <a:latin typeface="Courier"/>
                <a:ea typeface="Times New Roman" panose="02020603050405020304" pitchFamily="18" charset="0"/>
                <a:cs typeface="Courier New" panose="02070309020205020404" pitchFamily="49" charset="0"/>
              </a:rPr>
              <a:t>container:has</a:t>
            </a:r>
            <a:r>
              <a:rPr kumimoji="0" lang="es-ES" altLang="es-ES" sz="1400" b="0" i="0" u="none" strike="noStrike" cap="none" normalizeH="0" baseline="0" dirty="0">
                <a:ln>
                  <a:noFill/>
                </a:ln>
                <a:solidFill>
                  <a:schemeClr val="tx1"/>
                </a:solidFill>
                <a:effectLst/>
                <a:latin typeface="Courier"/>
                <a:ea typeface="Times New Roman" panose="02020603050405020304" pitchFamily="18" charset="0"/>
                <a:cs typeface="Courier New" panose="02070309020205020404" pitchFamily="49" charset="0"/>
              </a:rPr>
              <a:t>(h1) {   </a:t>
            </a:r>
            <a:r>
              <a:rPr kumimoji="0" lang="es-ES" altLang="es-ES" sz="1400" b="0" i="0" u="none" strike="noStrike" cap="none" normalizeH="0" baseline="0" dirty="0" err="1">
                <a:ln>
                  <a:noFill/>
                </a:ln>
                <a:solidFill>
                  <a:schemeClr val="tx1"/>
                </a:solidFill>
                <a:effectLst/>
                <a:latin typeface="Courier"/>
                <a:ea typeface="Times New Roman" panose="02020603050405020304" pitchFamily="18" charset="0"/>
                <a:cs typeface="Courier New" panose="02070309020205020404" pitchFamily="49" charset="0"/>
              </a:rPr>
              <a:t>background</a:t>
            </a:r>
            <a:r>
              <a:rPr kumimoji="0" lang="es-ES" altLang="es-ES" sz="1400" b="0" i="0" u="none" strike="noStrike" cap="none" normalizeH="0" baseline="0" dirty="0">
                <a:ln>
                  <a:noFill/>
                </a:ln>
                <a:solidFill>
                  <a:schemeClr val="tx1"/>
                </a:solidFill>
                <a:effectLst/>
                <a:latin typeface="Courier"/>
                <a:ea typeface="Times New Roman" panose="02020603050405020304" pitchFamily="18" charset="0"/>
                <a:cs typeface="Courier New" panose="02070309020205020404" pitchFamily="49" charset="0"/>
              </a:rPr>
              <a:t>: </a:t>
            </a:r>
            <a:r>
              <a:rPr kumimoji="0" lang="es-ES" altLang="es-ES" sz="1400" b="0" i="0" u="none" strike="noStrike" cap="none" normalizeH="0" baseline="0" dirty="0" err="1">
                <a:ln>
                  <a:noFill/>
                </a:ln>
                <a:solidFill>
                  <a:schemeClr val="tx1"/>
                </a:solidFill>
                <a:effectLst/>
                <a:latin typeface="Courier"/>
                <a:ea typeface="Times New Roman" panose="02020603050405020304" pitchFamily="18" charset="0"/>
                <a:cs typeface="Courier New" panose="02070309020205020404" pitchFamily="49" charset="0"/>
              </a:rPr>
              <a:t>green</a:t>
            </a:r>
            <a:r>
              <a:rPr kumimoji="0" lang="es-ES" altLang="es-ES" sz="1400" b="0" i="0" u="none" strike="noStrike" cap="none" normalizeH="0" baseline="0" dirty="0">
                <a:ln>
                  <a:noFill/>
                </a:ln>
                <a:solidFill>
                  <a:schemeClr val="tx1"/>
                </a:solidFill>
                <a:effectLst/>
                <a:latin typeface="Courier"/>
                <a:ea typeface="Times New Roman" panose="02020603050405020304" pitchFamily="18" charset="0"/>
                <a:cs typeface="Courier New" panose="02070309020205020404" pitchFamily="49" charset="0"/>
              </a:rPr>
              <a:t>;}</a:t>
            </a:r>
            <a:r>
              <a:rPr kumimoji="0" lang="es-ES" altLang="es-ES" sz="1400" b="0" i="0" u="none" strike="noStrike" cap="none" normalizeH="0" baseline="0" dirty="0">
                <a:ln>
                  <a:noFill/>
                </a:ln>
                <a:solidFill>
                  <a:schemeClr val="tx1"/>
                </a:solidFill>
                <a:effectLst/>
                <a:latin typeface="Courier"/>
              </a:rPr>
              <a:t> </a:t>
            </a:r>
          </a:p>
        </p:txBody>
      </p:sp>
    </p:spTree>
    <p:extLst>
      <p:ext uri="{BB962C8B-B14F-4D97-AF65-F5344CB8AC3E}">
        <p14:creationId xmlns:p14="http://schemas.microsoft.com/office/powerpoint/2010/main" val="20070107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 name="Título 1"/>
          <p:cNvSpPr txBox="1"/>
          <p:nvPr/>
        </p:nvSpPr>
        <p:spPr>
          <a:xfrm>
            <a:off x="457200" y="332640"/>
            <a:ext cx="8506800" cy="1142640"/>
          </a:xfrm>
          <a:prstGeom prst="rect">
            <a:avLst/>
          </a:prstGeom>
          <a:noFill/>
          <a:ln w="0">
            <a:noFill/>
          </a:ln>
        </p:spPr>
        <p:txBody>
          <a:bodyPr lIns="0" tIns="45000" rIns="0" bIns="0" anchor="b">
            <a:normAutofit/>
          </a:bodyPr>
          <a:lstStyle/>
          <a:p>
            <a:pPr>
              <a:lnSpc>
                <a:spcPct val="100000"/>
              </a:lnSpc>
            </a:pPr>
            <a:r>
              <a:rPr lang="es-ES" sz="4000" b="0" strike="noStrike" spc="-1">
                <a:solidFill>
                  <a:srgbClr val="04617B"/>
                </a:solidFill>
                <a:latin typeface="Calibri"/>
              </a:rPr>
              <a:t>Selectores avanzados</a:t>
            </a:r>
            <a:endParaRPr lang="es-ES" sz="4000" b="0" strike="noStrike" spc="-1">
              <a:solidFill>
                <a:srgbClr val="000000"/>
              </a:solidFill>
              <a:latin typeface="Constantia"/>
            </a:endParaRPr>
          </a:p>
        </p:txBody>
      </p:sp>
      <p:sp>
        <p:nvSpPr>
          <p:cNvPr id="199" name="Marcador de contenido 2"/>
          <p:cNvSpPr txBox="1"/>
          <p:nvPr/>
        </p:nvSpPr>
        <p:spPr>
          <a:xfrm>
            <a:off x="467640" y="1556640"/>
            <a:ext cx="7920360" cy="4968360"/>
          </a:xfrm>
          <a:prstGeom prst="rect">
            <a:avLst/>
          </a:prstGeom>
          <a:noFill/>
          <a:ln w="0">
            <a:noFill/>
          </a:ln>
        </p:spPr>
        <p:txBody>
          <a:bodyPr lIns="90000" tIns="45000" rIns="90000" bIns="45000">
            <a:noAutofit/>
          </a:bodyPr>
          <a:lstStyle/>
          <a:p>
            <a:pPr>
              <a:lnSpc>
                <a:spcPct val="120000"/>
              </a:lnSpc>
              <a:spcAft>
                <a:spcPts val="601"/>
              </a:spcAft>
              <a:tabLst>
                <a:tab pos="0" algn="l"/>
              </a:tabLst>
            </a:pPr>
            <a:r>
              <a:rPr lang="es-ES" sz="2400" b="1" strike="noStrike" spc="-1">
                <a:solidFill>
                  <a:srgbClr val="000000"/>
                </a:solidFill>
                <a:latin typeface="Calibri"/>
              </a:rPr>
              <a:t>Pseudo-clases</a:t>
            </a:r>
            <a:endParaRPr lang="es-ES" sz="2400" b="0" strike="noStrike" spc="-1">
              <a:solidFill>
                <a:srgbClr val="000000"/>
              </a:solidFill>
              <a:latin typeface="Constantia"/>
            </a:endParaRPr>
          </a:p>
          <a:p>
            <a:pPr marL="480960" lvl="2" indent="-285480" algn="just">
              <a:lnSpc>
                <a:spcPct val="100000"/>
              </a:lnSpc>
              <a:buClr>
                <a:srgbClr val="0B5394"/>
              </a:buClr>
              <a:buSzPct val="90000"/>
              <a:buFont typeface="Wingdings 2" charset="2"/>
              <a:buChar char=""/>
              <a:tabLst>
                <a:tab pos="0" algn="l"/>
              </a:tabLst>
            </a:pPr>
            <a:r>
              <a:rPr lang="es-ES" sz="1600" b="0" strike="noStrike" spc="-1">
                <a:solidFill>
                  <a:srgbClr val="000000"/>
                </a:solidFill>
                <a:latin typeface="Calibri"/>
              </a:rPr>
              <a:t>La pseudo-clase </a:t>
            </a:r>
            <a:r>
              <a:rPr lang="es-ES" sz="1600" b="1" strike="noStrike" spc="-1">
                <a:solidFill>
                  <a:srgbClr val="000000"/>
                </a:solidFill>
                <a:latin typeface="Calibri"/>
              </a:rPr>
              <a:t>:not </a:t>
            </a:r>
            <a:r>
              <a:rPr lang="es-ES" sz="1600" b="0" strike="noStrike" spc="-1">
                <a:solidFill>
                  <a:srgbClr val="000000"/>
                </a:solidFill>
                <a:latin typeface="Calibri"/>
              </a:rPr>
              <a:t>se puede utilizar para seleccionar todos los elementos que no cumplen con la condición de un selector</a:t>
            </a:r>
            <a:r>
              <a:rPr lang="es-ES" sz="1600" b="1" strike="noStrike" spc="-1">
                <a:solidFill>
                  <a:srgbClr val="000000"/>
                </a:solidFill>
                <a:latin typeface="Calibri"/>
              </a:rPr>
              <a:t>:</a:t>
            </a:r>
            <a:endParaRPr lang="es-ES" sz="1600" b="0" strike="noStrike" spc="-1">
              <a:solidFill>
                <a:srgbClr val="000000"/>
              </a:solidFill>
              <a:latin typeface="Constantia"/>
            </a:endParaRPr>
          </a:p>
          <a:p>
            <a:endParaRPr lang="es-ES" sz="1600" b="0" strike="noStrike" spc="-1">
              <a:solidFill>
                <a:srgbClr val="000000"/>
              </a:solidFill>
              <a:latin typeface="Constantia"/>
            </a:endParaRPr>
          </a:p>
          <a:p>
            <a:endParaRPr lang="es-ES" sz="1600" b="0" strike="noStrike" spc="-1">
              <a:solidFill>
                <a:srgbClr val="000000"/>
              </a:solidFill>
              <a:latin typeface="Constantia"/>
            </a:endParaRPr>
          </a:p>
          <a:p>
            <a:endParaRPr lang="es-ES" sz="1600" b="0" strike="noStrike" spc="-1">
              <a:solidFill>
                <a:srgbClr val="000000"/>
              </a:solidFill>
              <a:latin typeface="Constantia"/>
            </a:endParaRPr>
          </a:p>
          <a:p>
            <a:endParaRPr lang="es-ES" sz="1600" b="0" strike="noStrike" spc="-1">
              <a:solidFill>
                <a:srgbClr val="000000"/>
              </a:solidFill>
              <a:latin typeface="Constantia"/>
            </a:endParaRPr>
          </a:p>
          <a:p>
            <a:endParaRPr lang="es-ES" sz="1600" b="0" strike="noStrike" spc="-1">
              <a:solidFill>
                <a:srgbClr val="000000"/>
              </a:solidFill>
              <a:latin typeface="Constantia"/>
            </a:endParaRPr>
          </a:p>
          <a:p>
            <a:endParaRPr lang="es-ES" sz="1600" b="0" strike="noStrike" spc="-1">
              <a:solidFill>
                <a:srgbClr val="000000"/>
              </a:solidFill>
              <a:latin typeface="Constantia"/>
            </a:endParaRPr>
          </a:p>
          <a:p>
            <a:endParaRPr lang="es-ES" sz="1600" b="0" strike="noStrike" spc="-1">
              <a:solidFill>
                <a:srgbClr val="000000"/>
              </a:solidFill>
              <a:latin typeface="Constantia"/>
            </a:endParaRPr>
          </a:p>
          <a:p>
            <a:endParaRPr lang="es-ES" sz="1600" b="0" strike="noStrike" spc="-1">
              <a:solidFill>
                <a:srgbClr val="000000"/>
              </a:solidFill>
              <a:latin typeface="Constantia"/>
            </a:endParaRPr>
          </a:p>
        </p:txBody>
      </p:sp>
      <p:sp>
        <p:nvSpPr>
          <p:cNvPr id="200" name="Marcador de número de diapositiva 4"/>
          <p:cNvSpPr txBox="1"/>
          <p:nvPr/>
        </p:nvSpPr>
        <p:spPr>
          <a:xfrm>
            <a:off x="7924680" y="6356520"/>
            <a:ext cx="761760" cy="364680"/>
          </a:xfrm>
          <a:prstGeom prst="rect">
            <a:avLst/>
          </a:prstGeom>
          <a:noFill/>
          <a:ln w="0">
            <a:noFill/>
          </a:ln>
        </p:spPr>
        <p:txBody>
          <a:bodyPr lIns="0" tIns="0" rIns="0" bIns="0" anchor="b">
            <a:noAutofit/>
          </a:bodyPr>
          <a:lstStyle/>
          <a:p>
            <a:pPr algn="r">
              <a:lnSpc>
                <a:spcPct val="100000"/>
              </a:lnSpc>
            </a:pPr>
            <a:fld id="{E22269DF-807A-4BE1-A1FF-193A8AF9DAD9}" type="slidenum">
              <a:rPr lang="es-ES" sz="1200" b="0" strike="noStrike" spc="-1">
                <a:solidFill>
                  <a:srgbClr val="035C75"/>
                </a:solidFill>
                <a:latin typeface="Constantia"/>
              </a:rPr>
              <a:t>25</a:t>
            </a:fld>
            <a:endParaRPr lang="es-ES" sz="1200" b="0" strike="noStrike" spc="-1">
              <a:latin typeface="Times New Roman"/>
            </a:endParaRPr>
          </a:p>
        </p:txBody>
      </p:sp>
      <p:sp>
        <p:nvSpPr>
          <p:cNvPr id="201" name="Text Box 4"/>
          <p:cNvSpPr/>
          <p:nvPr/>
        </p:nvSpPr>
        <p:spPr>
          <a:xfrm>
            <a:off x="1043640" y="2781000"/>
            <a:ext cx="7642800" cy="1794600"/>
          </a:xfrm>
          <a:prstGeom prst="rect">
            <a:avLst/>
          </a:prstGeom>
          <a:solidFill>
            <a:srgbClr val="FFFFFF"/>
          </a:solidFill>
          <a:ln w="3175">
            <a:solidFill>
              <a:srgbClr val="009DD9"/>
            </a:solidFill>
            <a:prstDash val="dash"/>
            <a:round/>
          </a:ln>
        </p:spPr>
        <p:style>
          <a:lnRef idx="2">
            <a:schemeClr val="accent2"/>
          </a:lnRef>
          <a:fillRef idx="1">
            <a:schemeClr val="lt1"/>
          </a:fillRef>
          <a:effectRef idx="0">
            <a:schemeClr val="accent2"/>
          </a:effectRef>
          <a:fontRef idx="minor"/>
        </p:style>
        <p:txBody>
          <a:bodyPr lIns="90000" tIns="45000" rIns="90000" bIns="45000">
            <a:spAutoFit/>
          </a:bodyPr>
          <a:lstStyle/>
          <a:p>
            <a:pPr>
              <a:lnSpc>
                <a:spcPct val="100000"/>
              </a:lnSpc>
              <a:tabLst>
                <a:tab pos="0" algn="l"/>
              </a:tabLst>
            </a:pPr>
            <a:r>
              <a:rPr lang="es-ES" sz="1400" b="0" strike="noStrike" spc="-1">
                <a:solidFill>
                  <a:srgbClr val="000000"/>
                </a:solidFill>
                <a:latin typeface="Courier New"/>
              </a:rPr>
              <a:t>/* selecciona todos los elementos de la página que no sean párrafos */</a:t>
            </a:r>
            <a:endParaRPr lang="es-ES" sz="1400" b="0" strike="noStrike" spc="-1">
              <a:latin typeface="Arial"/>
            </a:endParaRPr>
          </a:p>
          <a:p>
            <a:pPr marL="266760" indent="-266400">
              <a:lnSpc>
                <a:spcPct val="100000"/>
              </a:lnSpc>
              <a:tabLst>
                <a:tab pos="0" algn="l"/>
              </a:tabLst>
            </a:pPr>
            <a:endParaRPr lang="es-ES" sz="1400" b="0" strike="noStrike" spc="-1">
              <a:latin typeface="Arial"/>
            </a:endParaRPr>
          </a:p>
          <a:p>
            <a:pPr marL="266760" indent="-266400">
              <a:lnSpc>
                <a:spcPct val="100000"/>
              </a:lnSpc>
              <a:tabLst>
                <a:tab pos="0" algn="l"/>
              </a:tabLst>
            </a:pPr>
            <a:r>
              <a:rPr lang="es-ES" sz="1400" b="0" strike="noStrike" spc="-1">
                <a:solidFill>
                  <a:srgbClr val="000000"/>
                </a:solidFill>
                <a:latin typeface="Courier New"/>
              </a:rPr>
              <a:t>:not(p) { ... } </a:t>
            </a:r>
            <a:endParaRPr lang="es-ES" sz="1400" b="0" strike="noStrike" spc="-1">
              <a:latin typeface="Arial"/>
            </a:endParaRPr>
          </a:p>
          <a:p>
            <a:pPr marL="266760" indent="-266400">
              <a:lnSpc>
                <a:spcPct val="100000"/>
              </a:lnSpc>
              <a:tabLst>
                <a:tab pos="0" algn="l"/>
              </a:tabLst>
            </a:pPr>
            <a:endParaRPr lang="es-ES" sz="1400" b="0" strike="noStrike" spc="-1">
              <a:latin typeface="Arial"/>
            </a:endParaRPr>
          </a:p>
          <a:p>
            <a:pPr>
              <a:lnSpc>
                <a:spcPct val="100000"/>
              </a:lnSpc>
              <a:tabLst>
                <a:tab pos="0" algn="l"/>
              </a:tabLst>
            </a:pPr>
            <a:r>
              <a:rPr lang="es-ES" sz="1400" b="0" strike="noStrike" spc="-1">
                <a:solidFill>
                  <a:srgbClr val="000000"/>
                </a:solidFill>
                <a:latin typeface="Courier New"/>
              </a:rPr>
              <a:t>/* selecciona cualquier elemento cuyo atributo id no sea especial" */</a:t>
            </a:r>
            <a:endParaRPr lang="es-ES" sz="1400" b="0" strike="noStrike" spc="-1">
              <a:latin typeface="Arial"/>
            </a:endParaRPr>
          </a:p>
          <a:p>
            <a:pPr marL="266760" indent="-266400">
              <a:lnSpc>
                <a:spcPct val="100000"/>
              </a:lnSpc>
              <a:tabLst>
                <a:tab pos="0" algn="l"/>
              </a:tabLst>
            </a:pPr>
            <a:endParaRPr lang="es-ES" sz="1400" b="0" strike="noStrike" spc="-1">
              <a:latin typeface="Arial"/>
            </a:endParaRPr>
          </a:p>
          <a:p>
            <a:pPr marL="266760" indent="-266400">
              <a:lnSpc>
                <a:spcPct val="100000"/>
              </a:lnSpc>
              <a:tabLst>
                <a:tab pos="0" algn="l"/>
              </a:tabLst>
            </a:pPr>
            <a:r>
              <a:rPr lang="es-ES" sz="1400" b="0" strike="noStrike" spc="-1">
                <a:solidFill>
                  <a:srgbClr val="000000"/>
                </a:solidFill>
                <a:latin typeface="Courier New"/>
              </a:rPr>
              <a:t>:not(#especial) { ... }</a:t>
            </a:r>
            <a:endParaRPr lang="es-ES" sz="1400" b="0" strike="noStrike" spc="-1">
              <a:latin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 name="Título 1"/>
          <p:cNvSpPr txBox="1"/>
          <p:nvPr/>
        </p:nvSpPr>
        <p:spPr>
          <a:xfrm>
            <a:off x="457200" y="332640"/>
            <a:ext cx="8506800" cy="1142640"/>
          </a:xfrm>
          <a:prstGeom prst="rect">
            <a:avLst/>
          </a:prstGeom>
          <a:noFill/>
          <a:ln w="0">
            <a:noFill/>
          </a:ln>
        </p:spPr>
        <p:txBody>
          <a:bodyPr lIns="0" tIns="45000" rIns="0" bIns="0" anchor="b">
            <a:normAutofit/>
          </a:bodyPr>
          <a:lstStyle/>
          <a:p>
            <a:pPr>
              <a:lnSpc>
                <a:spcPct val="100000"/>
              </a:lnSpc>
            </a:pPr>
            <a:r>
              <a:rPr lang="es-ES" sz="4000" b="0" strike="noStrike" spc="-1">
                <a:solidFill>
                  <a:srgbClr val="04617B"/>
                </a:solidFill>
                <a:latin typeface="Calibri"/>
              </a:rPr>
              <a:t>Selectores avanzados</a:t>
            </a:r>
            <a:endParaRPr lang="es-ES" sz="4000" b="0" strike="noStrike" spc="-1">
              <a:solidFill>
                <a:srgbClr val="000000"/>
              </a:solidFill>
              <a:latin typeface="Constantia"/>
            </a:endParaRPr>
          </a:p>
        </p:txBody>
      </p:sp>
      <p:sp>
        <p:nvSpPr>
          <p:cNvPr id="203" name="Marcador de contenido 2"/>
          <p:cNvSpPr txBox="1"/>
          <p:nvPr/>
        </p:nvSpPr>
        <p:spPr>
          <a:xfrm>
            <a:off x="467640" y="1556640"/>
            <a:ext cx="7920360" cy="4968360"/>
          </a:xfrm>
          <a:prstGeom prst="rect">
            <a:avLst/>
          </a:prstGeom>
          <a:noFill/>
          <a:ln w="0">
            <a:noFill/>
          </a:ln>
        </p:spPr>
        <p:txBody>
          <a:bodyPr lIns="90000" tIns="45000" rIns="90000" bIns="45000">
            <a:noAutofit/>
          </a:bodyPr>
          <a:lstStyle/>
          <a:p>
            <a:pPr>
              <a:lnSpc>
                <a:spcPct val="120000"/>
              </a:lnSpc>
              <a:spcAft>
                <a:spcPts val="601"/>
              </a:spcAft>
              <a:tabLst>
                <a:tab pos="0" algn="l"/>
              </a:tabLst>
            </a:pPr>
            <a:r>
              <a:rPr lang="es-ES" sz="2400" b="1" strike="noStrike" spc="-1">
                <a:solidFill>
                  <a:srgbClr val="000000"/>
                </a:solidFill>
                <a:latin typeface="Calibri"/>
              </a:rPr>
              <a:t>Pseudo-clases</a:t>
            </a:r>
            <a:endParaRPr lang="es-ES" sz="2400" b="0" strike="noStrike" spc="-1">
              <a:solidFill>
                <a:srgbClr val="000000"/>
              </a:solidFill>
              <a:latin typeface="Constantia"/>
            </a:endParaRPr>
          </a:p>
          <a:p>
            <a:pPr marL="480960" lvl="2" indent="-285480" algn="just">
              <a:lnSpc>
                <a:spcPct val="100000"/>
              </a:lnSpc>
              <a:buClr>
                <a:srgbClr val="0B5394"/>
              </a:buClr>
              <a:buSzPct val="90000"/>
              <a:buFont typeface="Wingdings 2" charset="2"/>
              <a:buChar char=""/>
              <a:tabLst>
                <a:tab pos="0" algn="l"/>
              </a:tabLst>
            </a:pPr>
            <a:r>
              <a:rPr lang="es-ES" sz="1600" b="0" strike="noStrike" spc="-1">
                <a:solidFill>
                  <a:srgbClr val="000000"/>
                </a:solidFill>
                <a:latin typeface="Calibri"/>
              </a:rPr>
              <a:t>La pseudo-clase </a:t>
            </a:r>
            <a:r>
              <a:rPr lang="es-ES" sz="1600" b="1" strike="noStrike" spc="-1">
                <a:solidFill>
                  <a:srgbClr val="000000"/>
                </a:solidFill>
                <a:latin typeface="Calibri"/>
              </a:rPr>
              <a:t>:lang </a:t>
            </a:r>
            <a:r>
              <a:rPr lang="es-ES" sz="1600" b="0" strike="noStrike" spc="-1">
                <a:solidFill>
                  <a:srgbClr val="000000"/>
                </a:solidFill>
                <a:latin typeface="Calibri"/>
              </a:rPr>
              <a:t>se emplea para seleccionar elementos en función de su idioma.</a:t>
            </a:r>
            <a:endParaRPr lang="es-ES" sz="1600" b="0" strike="noStrike" spc="-1">
              <a:solidFill>
                <a:srgbClr val="000000"/>
              </a:solidFill>
              <a:latin typeface="Constantia"/>
            </a:endParaRPr>
          </a:p>
          <a:p>
            <a:pPr marL="480960" lvl="2" indent="-285480" algn="just">
              <a:lnSpc>
                <a:spcPct val="100000"/>
              </a:lnSpc>
              <a:spcBef>
                <a:spcPts val="601"/>
              </a:spcBef>
              <a:buClr>
                <a:srgbClr val="0B5394"/>
              </a:buClr>
              <a:buSzPct val="90000"/>
              <a:buFont typeface="Wingdings 2" charset="2"/>
              <a:buChar char=""/>
              <a:tabLst>
                <a:tab pos="0" algn="l"/>
              </a:tabLst>
            </a:pPr>
            <a:r>
              <a:rPr lang="es-ES" sz="1600" b="0" strike="noStrike" spc="-1">
                <a:solidFill>
                  <a:srgbClr val="000000"/>
                </a:solidFill>
                <a:latin typeface="Calibri"/>
              </a:rPr>
              <a:t>La pseudo-clase :lang(xx) es muy diferente al selector de atributos [lang|=xx].</a:t>
            </a:r>
            <a:endParaRPr lang="es-ES" sz="1600" b="0" strike="noStrike" spc="-1">
              <a:solidFill>
                <a:srgbClr val="000000"/>
              </a:solidFill>
              <a:latin typeface="Constantia"/>
            </a:endParaRPr>
          </a:p>
          <a:p>
            <a:endParaRPr lang="es-ES" sz="1600" b="0" strike="noStrike" spc="-1">
              <a:solidFill>
                <a:srgbClr val="000000"/>
              </a:solidFill>
              <a:latin typeface="Constantia"/>
            </a:endParaRPr>
          </a:p>
          <a:p>
            <a:endParaRPr lang="es-ES" sz="1600" b="0" strike="noStrike" spc="-1">
              <a:solidFill>
                <a:srgbClr val="000000"/>
              </a:solidFill>
              <a:latin typeface="Constantia"/>
            </a:endParaRPr>
          </a:p>
          <a:p>
            <a:endParaRPr lang="es-ES" sz="1600" b="0" strike="noStrike" spc="-1">
              <a:solidFill>
                <a:srgbClr val="000000"/>
              </a:solidFill>
              <a:latin typeface="Constantia"/>
            </a:endParaRPr>
          </a:p>
          <a:p>
            <a:endParaRPr lang="es-ES" sz="1600" b="0" strike="noStrike" spc="-1">
              <a:solidFill>
                <a:srgbClr val="000000"/>
              </a:solidFill>
              <a:latin typeface="Constantia"/>
            </a:endParaRPr>
          </a:p>
          <a:p>
            <a:endParaRPr lang="es-ES" sz="1600" b="0" strike="noStrike" spc="-1">
              <a:solidFill>
                <a:srgbClr val="000000"/>
              </a:solidFill>
              <a:latin typeface="Constantia"/>
            </a:endParaRPr>
          </a:p>
          <a:p>
            <a:endParaRPr lang="es-ES" sz="1600" b="0" strike="noStrike" spc="-1">
              <a:solidFill>
                <a:srgbClr val="000000"/>
              </a:solidFill>
              <a:latin typeface="Constantia"/>
            </a:endParaRPr>
          </a:p>
          <a:p>
            <a:endParaRPr lang="es-ES" sz="1600" b="0" strike="noStrike" spc="-1">
              <a:solidFill>
                <a:srgbClr val="000000"/>
              </a:solidFill>
              <a:latin typeface="Constantia"/>
            </a:endParaRPr>
          </a:p>
          <a:p>
            <a:pPr marL="480960" lvl="2" indent="-285480" algn="just">
              <a:lnSpc>
                <a:spcPct val="100000"/>
              </a:lnSpc>
              <a:spcBef>
                <a:spcPts val="601"/>
              </a:spcBef>
              <a:buClr>
                <a:srgbClr val="0B5394"/>
              </a:buClr>
              <a:buSzPct val="90000"/>
              <a:buFont typeface="Wingdings 2" charset="2"/>
              <a:buChar char=""/>
              <a:tabLst>
                <a:tab pos="0" algn="l"/>
              </a:tabLst>
            </a:pPr>
            <a:r>
              <a:rPr lang="es-ES" sz="1600" b="0" strike="noStrike" spc="-1">
                <a:solidFill>
                  <a:srgbClr val="000000"/>
                </a:solidFill>
                <a:latin typeface="Calibri"/>
              </a:rPr>
              <a:t>El selector *[lang|=es] selecciona todos los elementos de la página que tengan un atributo llamado lang cuyo valor empiece por es. En el ejemplo anterior, solamente el elemento &lt;body&gt; cumple con la condición del selector.</a:t>
            </a:r>
            <a:endParaRPr lang="es-ES" sz="1600" b="0" strike="noStrike" spc="-1">
              <a:solidFill>
                <a:srgbClr val="000000"/>
              </a:solidFill>
              <a:latin typeface="Constantia"/>
            </a:endParaRPr>
          </a:p>
          <a:p>
            <a:pPr marL="480960" lvl="2" indent="-285480" algn="just">
              <a:lnSpc>
                <a:spcPct val="100000"/>
              </a:lnSpc>
              <a:spcBef>
                <a:spcPts val="601"/>
              </a:spcBef>
              <a:buClr>
                <a:srgbClr val="0B5394"/>
              </a:buClr>
              <a:buSzPct val="90000"/>
              <a:buFont typeface="Wingdings 2" charset="2"/>
              <a:buChar char=""/>
              <a:tabLst>
                <a:tab pos="0" algn="l"/>
              </a:tabLst>
            </a:pPr>
            <a:r>
              <a:rPr lang="es-ES" sz="1600" b="0" strike="noStrike" spc="-1">
                <a:solidFill>
                  <a:srgbClr val="000000"/>
                </a:solidFill>
                <a:latin typeface="Calibri"/>
              </a:rPr>
              <a:t>Por otra parte, el selector *:lang(es) selecciona todos los elementos de la página cuyo idioma sea el español, sin tener en cuenta el método empleado por el navegador para averiguar el idioma de cada elemento. En este caso, tanto el elemento &lt;body&gt; como el elemento &lt;p&gt; cumplen esta condición.</a:t>
            </a:r>
            <a:endParaRPr lang="es-ES" sz="1600" b="0" strike="noStrike" spc="-1">
              <a:solidFill>
                <a:srgbClr val="000000"/>
              </a:solidFill>
              <a:latin typeface="Constantia"/>
            </a:endParaRPr>
          </a:p>
          <a:p>
            <a:endParaRPr lang="es-ES" sz="1600" b="0" strike="noStrike" spc="-1">
              <a:solidFill>
                <a:srgbClr val="000000"/>
              </a:solidFill>
              <a:latin typeface="Constantia"/>
            </a:endParaRPr>
          </a:p>
        </p:txBody>
      </p:sp>
      <p:sp>
        <p:nvSpPr>
          <p:cNvPr id="204" name="Marcador de número de diapositiva 4"/>
          <p:cNvSpPr txBox="1"/>
          <p:nvPr/>
        </p:nvSpPr>
        <p:spPr>
          <a:xfrm>
            <a:off x="7924680" y="6356520"/>
            <a:ext cx="761760" cy="364680"/>
          </a:xfrm>
          <a:prstGeom prst="rect">
            <a:avLst/>
          </a:prstGeom>
          <a:noFill/>
          <a:ln w="0">
            <a:noFill/>
          </a:ln>
        </p:spPr>
        <p:txBody>
          <a:bodyPr lIns="0" tIns="0" rIns="0" bIns="0" anchor="b">
            <a:noAutofit/>
          </a:bodyPr>
          <a:lstStyle/>
          <a:p>
            <a:pPr algn="r">
              <a:lnSpc>
                <a:spcPct val="100000"/>
              </a:lnSpc>
            </a:pPr>
            <a:fld id="{090A2C3D-9F52-4F7C-8559-BC1FD0928830}" type="slidenum">
              <a:rPr lang="es-ES" sz="1200" b="0" strike="noStrike" spc="-1">
                <a:solidFill>
                  <a:srgbClr val="035C75"/>
                </a:solidFill>
                <a:latin typeface="Constantia"/>
              </a:rPr>
              <a:t>26</a:t>
            </a:fld>
            <a:endParaRPr lang="es-ES" sz="1200" b="0" strike="noStrike" spc="-1">
              <a:latin typeface="Times New Roman"/>
            </a:endParaRPr>
          </a:p>
        </p:txBody>
      </p:sp>
      <p:sp>
        <p:nvSpPr>
          <p:cNvPr id="205" name="Text Box 4"/>
          <p:cNvSpPr/>
          <p:nvPr/>
        </p:nvSpPr>
        <p:spPr>
          <a:xfrm>
            <a:off x="1115640" y="2781000"/>
            <a:ext cx="7056360" cy="1369080"/>
          </a:xfrm>
          <a:prstGeom prst="rect">
            <a:avLst/>
          </a:prstGeom>
          <a:solidFill>
            <a:srgbClr val="FFFFFF"/>
          </a:solidFill>
          <a:ln w="3175">
            <a:solidFill>
              <a:srgbClr val="009DD9"/>
            </a:solidFill>
            <a:prstDash val="dash"/>
            <a:round/>
          </a:ln>
        </p:spPr>
        <p:style>
          <a:lnRef idx="2">
            <a:schemeClr val="accent2"/>
          </a:lnRef>
          <a:fillRef idx="1">
            <a:schemeClr val="lt1"/>
          </a:fillRef>
          <a:effectRef idx="0">
            <a:schemeClr val="accent2"/>
          </a:effectRef>
          <a:fontRef idx="minor"/>
        </p:style>
        <p:txBody>
          <a:bodyPr lIns="90000" tIns="45000" rIns="90000" bIns="45000">
            <a:spAutoFit/>
          </a:bodyPr>
          <a:lstStyle/>
          <a:p>
            <a:pPr marL="266760" indent="-266400">
              <a:lnSpc>
                <a:spcPct val="100000"/>
              </a:lnSpc>
              <a:tabLst>
                <a:tab pos="0" algn="l"/>
              </a:tabLst>
            </a:pPr>
            <a:r>
              <a:rPr lang="es-ES" sz="1400" b="0" strike="noStrike" spc="-1">
                <a:solidFill>
                  <a:srgbClr val="000000"/>
                </a:solidFill>
                <a:latin typeface="Courier New"/>
              </a:rPr>
              <a:t>*[lang|=es] { ... }  /* selector de atributo */</a:t>
            </a:r>
            <a:endParaRPr lang="es-ES" sz="1400" b="0" strike="noStrike" spc="-1">
              <a:latin typeface="Arial"/>
            </a:endParaRPr>
          </a:p>
          <a:p>
            <a:pPr marL="266760" indent="-266400">
              <a:lnSpc>
                <a:spcPct val="100000"/>
              </a:lnSpc>
              <a:tabLst>
                <a:tab pos="0" algn="l"/>
              </a:tabLst>
            </a:pPr>
            <a:r>
              <a:rPr lang="es-ES" sz="1400" b="0" strike="noStrike" spc="-1">
                <a:solidFill>
                  <a:srgbClr val="000000"/>
                </a:solidFill>
                <a:latin typeface="Courier New"/>
              </a:rPr>
              <a:t>*:lang(es)  { ... }  /* pseudo-clase */</a:t>
            </a:r>
            <a:endParaRPr lang="es-ES" sz="1400" b="0" strike="noStrike" spc="-1">
              <a:latin typeface="Arial"/>
            </a:endParaRPr>
          </a:p>
          <a:p>
            <a:pPr marL="266760" indent="-266400">
              <a:lnSpc>
                <a:spcPct val="100000"/>
              </a:lnSpc>
              <a:tabLst>
                <a:tab pos="0" algn="l"/>
              </a:tabLst>
            </a:pPr>
            <a:endParaRPr lang="es-ES" sz="1400" b="0" strike="noStrike" spc="-1">
              <a:latin typeface="Arial"/>
            </a:endParaRPr>
          </a:p>
          <a:p>
            <a:pPr marL="266760" indent="-266400">
              <a:lnSpc>
                <a:spcPct val="100000"/>
              </a:lnSpc>
              <a:tabLst>
                <a:tab pos="0" algn="l"/>
              </a:tabLst>
            </a:pPr>
            <a:r>
              <a:rPr lang="es-ES" sz="1400" b="0" strike="noStrike" spc="-1">
                <a:solidFill>
                  <a:srgbClr val="000000"/>
                </a:solidFill>
                <a:latin typeface="Courier New"/>
              </a:rPr>
              <a:t>&lt;body lang="es"&gt;</a:t>
            </a:r>
            <a:endParaRPr lang="es-ES" sz="1400" b="0" strike="noStrike" spc="-1">
              <a:latin typeface="Arial"/>
            </a:endParaRPr>
          </a:p>
          <a:p>
            <a:pPr marL="355680">
              <a:lnSpc>
                <a:spcPct val="100000"/>
              </a:lnSpc>
              <a:tabLst>
                <a:tab pos="0" algn="l"/>
              </a:tabLst>
            </a:pPr>
            <a:r>
              <a:rPr lang="es-ES" sz="1400" b="0" strike="noStrike" spc="-1">
                <a:solidFill>
                  <a:srgbClr val="000000"/>
                </a:solidFill>
                <a:latin typeface="Courier New"/>
              </a:rPr>
              <a:t>&lt;p&gt;Lorem ipsum dolor sit amet...&lt;/p&gt;</a:t>
            </a:r>
            <a:endParaRPr lang="es-ES" sz="1400" b="0" strike="noStrike" spc="-1">
              <a:latin typeface="Arial"/>
            </a:endParaRPr>
          </a:p>
          <a:p>
            <a:pPr marL="266760" indent="-266400">
              <a:lnSpc>
                <a:spcPct val="100000"/>
              </a:lnSpc>
              <a:tabLst>
                <a:tab pos="0" algn="l"/>
              </a:tabLst>
            </a:pPr>
            <a:r>
              <a:rPr lang="es-ES" sz="1400" b="0" strike="noStrike" spc="-1">
                <a:solidFill>
                  <a:srgbClr val="000000"/>
                </a:solidFill>
                <a:latin typeface="Courier New"/>
              </a:rPr>
              <a:t>&lt;/body&gt;</a:t>
            </a:r>
            <a:endParaRPr lang="es-ES" sz="1400" b="0" strike="noStrike" spc="-1">
              <a:latin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Título 1"/>
          <p:cNvSpPr txBox="1"/>
          <p:nvPr/>
        </p:nvSpPr>
        <p:spPr>
          <a:xfrm>
            <a:off x="457200" y="332640"/>
            <a:ext cx="8506800" cy="1142640"/>
          </a:xfrm>
          <a:prstGeom prst="rect">
            <a:avLst/>
          </a:prstGeom>
          <a:noFill/>
          <a:ln w="0">
            <a:noFill/>
          </a:ln>
        </p:spPr>
        <p:txBody>
          <a:bodyPr lIns="0" tIns="45000" rIns="0" bIns="0" anchor="b">
            <a:normAutofit/>
          </a:bodyPr>
          <a:lstStyle/>
          <a:p>
            <a:pPr>
              <a:lnSpc>
                <a:spcPct val="100000"/>
              </a:lnSpc>
            </a:pPr>
            <a:r>
              <a:rPr lang="es-ES" sz="4000" b="0" strike="noStrike" spc="-1">
                <a:solidFill>
                  <a:srgbClr val="04617B"/>
                </a:solidFill>
                <a:latin typeface="Calibri"/>
              </a:rPr>
              <a:t>Selectores avanzados</a:t>
            </a:r>
            <a:endParaRPr lang="es-ES" sz="4000" b="0" strike="noStrike" spc="-1">
              <a:solidFill>
                <a:srgbClr val="000000"/>
              </a:solidFill>
              <a:latin typeface="Constantia"/>
            </a:endParaRPr>
          </a:p>
        </p:txBody>
      </p:sp>
      <p:sp>
        <p:nvSpPr>
          <p:cNvPr id="207" name="Marcador de contenido 2"/>
          <p:cNvSpPr txBox="1"/>
          <p:nvPr/>
        </p:nvSpPr>
        <p:spPr>
          <a:xfrm>
            <a:off x="467640" y="1556640"/>
            <a:ext cx="7920360" cy="4968360"/>
          </a:xfrm>
          <a:prstGeom prst="rect">
            <a:avLst/>
          </a:prstGeom>
          <a:noFill/>
          <a:ln w="0">
            <a:noFill/>
          </a:ln>
        </p:spPr>
        <p:txBody>
          <a:bodyPr lIns="90000" tIns="45000" rIns="90000" bIns="45000">
            <a:noAutofit/>
          </a:bodyPr>
          <a:lstStyle/>
          <a:p>
            <a:pPr>
              <a:lnSpc>
                <a:spcPct val="120000"/>
              </a:lnSpc>
              <a:spcAft>
                <a:spcPts val="601"/>
              </a:spcAft>
              <a:tabLst>
                <a:tab pos="0" algn="l"/>
              </a:tabLst>
            </a:pPr>
            <a:r>
              <a:rPr lang="es-ES" sz="2400" b="1" strike="noStrike" spc="-1">
                <a:solidFill>
                  <a:srgbClr val="000000"/>
                </a:solidFill>
                <a:latin typeface="Calibri"/>
              </a:rPr>
              <a:t>Pseudo-clases</a:t>
            </a:r>
            <a:endParaRPr lang="es-ES" sz="2400" b="0" strike="noStrike" spc="-1">
              <a:solidFill>
                <a:srgbClr val="000000"/>
              </a:solidFill>
              <a:latin typeface="Constantia"/>
            </a:endParaRPr>
          </a:p>
          <a:p>
            <a:pPr marL="480960" lvl="2" indent="-285480" algn="just">
              <a:lnSpc>
                <a:spcPct val="100000"/>
              </a:lnSpc>
              <a:buClr>
                <a:srgbClr val="0B5394"/>
              </a:buClr>
              <a:buSzPct val="90000"/>
              <a:buFont typeface="Wingdings 2" charset="2"/>
              <a:buChar char=""/>
              <a:tabLst>
                <a:tab pos="0" algn="l"/>
              </a:tabLst>
            </a:pPr>
            <a:r>
              <a:rPr lang="es-ES" sz="1600" b="0" strike="noStrike" spc="-1">
                <a:solidFill>
                  <a:srgbClr val="000000"/>
                </a:solidFill>
                <a:latin typeface="Calibri"/>
              </a:rPr>
              <a:t>La pseudo-clase </a:t>
            </a:r>
            <a:r>
              <a:rPr lang="es-ES" sz="1600" b="1" strike="noStrike" spc="-1">
                <a:solidFill>
                  <a:srgbClr val="000000"/>
                </a:solidFill>
                <a:latin typeface="Calibri"/>
              </a:rPr>
              <a:t>:nth-child(n)</a:t>
            </a:r>
            <a:r>
              <a:rPr lang="es-ES" sz="1600" b="0" strike="noStrike" spc="-1">
                <a:solidFill>
                  <a:srgbClr val="000000"/>
                </a:solidFill>
                <a:latin typeface="Calibri"/>
              </a:rPr>
              <a:t>, selecciona el elemento indicado pero con la condición de que sea el hijo enésimo de su padre. Este selector es útil para seleccionar el segundo párrafo de un elemento, el quinto elemento de una lista, etc.</a:t>
            </a:r>
            <a:endParaRPr lang="es-ES" sz="1600" b="0" strike="noStrike" spc="-1">
              <a:solidFill>
                <a:srgbClr val="000000"/>
              </a:solidFill>
              <a:latin typeface="Constantia"/>
            </a:endParaRPr>
          </a:p>
          <a:p>
            <a:pPr marL="480960" lvl="2" indent="-285480" algn="just">
              <a:lnSpc>
                <a:spcPct val="100000"/>
              </a:lnSpc>
              <a:buClr>
                <a:srgbClr val="0B5394"/>
              </a:buClr>
              <a:buSzPct val="90000"/>
              <a:buFont typeface="Wingdings 2" charset="2"/>
              <a:buChar char=""/>
              <a:tabLst>
                <a:tab pos="0" algn="l"/>
              </a:tabLst>
            </a:pPr>
            <a:r>
              <a:rPr lang="es-ES" sz="1600" b="0" strike="noStrike" spc="-1">
                <a:solidFill>
                  <a:srgbClr val="000000"/>
                </a:solidFill>
                <a:latin typeface="Calibri"/>
              </a:rPr>
              <a:t>La pseudo-clase </a:t>
            </a:r>
            <a:r>
              <a:rPr lang="es-ES" sz="1600" b="1" strike="noStrike" spc="-1">
                <a:solidFill>
                  <a:srgbClr val="000000"/>
                </a:solidFill>
                <a:latin typeface="Calibri"/>
              </a:rPr>
              <a:t>:nth-last-child(n)</a:t>
            </a:r>
            <a:r>
              <a:rPr lang="es-ES" sz="1600" b="0" strike="noStrike" spc="-1">
                <a:solidFill>
                  <a:srgbClr val="000000"/>
                </a:solidFill>
                <a:latin typeface="Calibri"/>
              </a:rPr>
              <a:t>, idéntico al anterior pero el número indicado se empieza a contar desde el último hijo.</a:t>
            </a:r>
            <a:endParaRPr lang="es-ES" sz="1600" b="0" strike="noStrike" spc="-1">
              <a:solidFill>
                <a:srgbClr val="000000"/>
              </a:solidFill>
              <a:latin typeface="Constantia"/>
            </a:endParaRPr>
          </a:p>
          <a:p>
            <a:pPr marL="480960" lvl="2" indent="-285480" algn="just">
              <a:lnSpc>
                <a:spcPct val="100000"/>
              </a:lnSpc>
              <a:buClr>
                <a:srgbClr val="0B5394"/>
              </a:buClr>
              <a:buSzPct val="90000"/>
              <a:buFont typeface="Wingdings 2" charset="2"/>
              <a:buChar char=""/>
              <a:tabLst>
                <a:tab pos="0" algn="l"/>
              </a:tabLst>
            </a:pPr>
            <a:r>
              <a:rPr lang="es-ES" sz="1600" b="0" strike="noStrike" spc="-1">
                <a:solidFill>
                  <a:srgbClr val="000000"/>
                </a:solidFill>
                <a:latin typeface="Calibri"/>
              </a:rPr>
              <a:t>La pseudo-clase </a:t>
            </a:r>
            <a:r>
              <a:rPr lang="es-ES" sz="1600" b="1" strike="noStrike" spc="-1">
                <a:solidFill>
                  <a:srgbClr val="000000"/>
                </a:solidFill>
                <a:latin typeface="Calibri"/>
              </a:rPr>
              <a:t>:empty</a:t>
            </a:r>
            <a:r>
              <a:rPr lang="es-ES" sz="1600" b="0" strike="noStrike" spc="-1">
                <a:solidFill>
                  <a:srgbClr val="000000"/>
                </a:solidFill>
                <a:latin typeface="Calibri"/>
              </a:rPr>
              <a:t>, selecciona el elemento indicado pero con la condición de que no tenga ningún hijo. La condición implica que tampoco puede tener ningún contenido de texto.</a:t>
            </a:r>
            <a:endParaRPr lang="es-ES" sz="1600" b="0" strike="noStrike" spc="-1">
              <a:solidFill>
                <a:srgbClr val="000000"/>
              </a:solidFill>
              <a:latin typeface="Constantia"/>
            </a:endParaRPr>
          </a:p>
          <a:p>
            <a:pPr marL="480960" lvl="2" indent="-285480" algn="just">
              <a:lnSpc>
                <a:spcPct val="100000"/>
              </a:lnSpc>
              <a:buClr>
                <a:srgbClr val="0B5394"/>
              </a:buClr>
              <a:buSzPct val="90000"/>
              <a:buFont typeface="Wingdings 2" charset="2"/>
              <a:buChar char=""/>
              <a:tabLst>
                <a:tab pos="0" algn="l"/>
              </a:tabLst>
            </a:pPr>
            <a:r>
              <a:rPr lang="es-ES" sz="1600" b="0" strike="noStrike" spc="-1">
                <a:solidFill>
                  <a:srgbClr val="000000"/>
                </a:solidFill>
                <a:latin typeface="Calibri"/>
              </a:rPr>
              <a:t>La pseudo-clase </a:t>
            </a:r>
            <a:r>
              <a:rPr lang="es-ES" sz="1600" b="1" strike="noStrike" spc="-1">
                <a:solidFill>
                  <a:srgbClr val="000000"/>
                </a:solidFill>
                <a:latin typeface="Calibri"/>
              </a:rPr>
              <a:t>:first-child </a:t>
            </a:r>
            <a:r>
              <a:rPr lang="es-ES" sz="1600" b="0" strike="noStrike" spc="-1">
                <a:solidFill>
                  <a:srgbClr val="000000"/>
                </a:solidFill>
                <a:latin typeface="Calibri"/>
              </a:rPr>
              <a:t>y </a:t>
            </a:r>
            <a:r>
              <a:rPr lang="es-ES" sz="1600" b="1" strike="noStrike" spc="-1">
                <a:solidFill>
                  <a:srgbClr val="000000"/>
                </a:solidFill>
                <a:latin typeface="Calibri"/>
              </a:rPr>
              <a:t>:last-child</a:t>
            </a:r>
            <a:r>
              <a:rPr lang="es-ES" sz="1600" b="0" strike="noStrike" spc="-1">
                <a:solidFill>
                  <a:srgbClr val="000000"/>
                </a:solidFill>
                <a:latin typeface="Calibri"/>
              </a:rPr>
              <a:t>, seleccionan los elementos indicados pero con la condición de que sean respectivamente los primeros o últimos hijos de su elemento padre.</a:t>
            </a:r>
            <a:endParaRPr lang="es-ES" sz="1600" b="0" strike="noStrike" spc="-1">
              <a:solidFill>
                <a:srgbClr val="000000"/>
              </a:solidFill>
              <a:latin typeface="Constantia"/>
            </a:endParaRPr>
          </a:p>
          <a:p>
            <a:pPr marL="480960" lvl="2" indent="-285480" algn="just">
              <a:lnSpc>
                <a:spcPct val="100000"/>
              </a:lnSpc>
              <a:buClr>
                <a:srgbClr val="0B5394"/>
              </a:buClr>
              <a:buSzPct val="90000"/>
              <a:buFont typeface="Wingdings 2" charset="2"/>
              <a:buChar char=""/>
              <a:tabLst>
                <a:tab pos="0" algn="l"/>
              </a:tabLst>
            </a:pPr>
            <a:r>
              <a:rPr lang="es-ES" sz="1600" b="0" strike="noStrike" spc="-1">
                <a:solidFill>
                  <a:srgbClr val="000000"/>
                </a:solidFill>
                <a:latin typeface="Calibri"/>
              </a:rPr>
              <a:t>La pseudo-clase </a:t>
            </a:r>
            <a:r>
              <a:rPr lang="es-ES" sz="1600" b="1" strike="noStrike" spc="-1">
                <a:solidFill>
                  <a:srgbClr val="000000"/>
                </a:solidFill>
                <a:latin typeface="Calibri"/>
              </a:rPr>
              <a:t>:nth-of-type(n)</a:t>
            </a:r>
            <a:r>
              <a:rPr lang="es-ES" sz="1600" b="0" strike="noStrike" spc="-1">
                <a:solidFill>
                  <a:srgbClr val="000000"/>
                </a:solidFill>
                <a:latin typeface="Calibri"/>
              </a:rPr>
              <a:t>, selecciona el elemento indicado pero con la condición de que sea el enésimo elemento hermano de ese tipo.</a:t>
            </a:r>
            <a:endParaRPr lang="es-ES" sz="1600" b="0" strike="noStrike" spc="-1">
              <a:solidFill>
                <a:srgbClr val="000000"/>
              </a:solidFill>
              <a:latin typeface="Constantia"/>
            </a:endParaRPr>
          </a:p>
          <a:p>
            <a:pPr marL="480960" lvl="2" indent="-285480" algn="just">
              <a:lnSpc>
                <a:spcPct val="100000"/>
              </a:lnSpc>
              <a:buClr>
                <a:srgbClr val="0B5394"/>
              </a:buClr>
              <a:buSzPct val="90000"/>
              <a:buFont typeface="Wingdings 2" charset="2"/>
              <a:buChar char=""/>
              <a:tabLst>
                <a:tab pos="0" algn="l"/>
              </a:tabLst>
            </a:pPr>
            <a:r>
              <a:rPr lang="es-ES" sz="1600" b="0" strike="noStrike" spc="-1">
                <a:solidFill>
                  <a:srgbClr val="000000"/>
                </a:solidFill>
                <a:latin typeface="Calibri"/>
              </a:rPr>
              <a:t>La pseudo-clase </a:t>
            </a:r>
            <a:r>
              <a:rPr lang="es-ES" sz="1600" b="1" strike="noStrike" spc="-1">
                <a:solidFill>
                  <a:srgbClr val="000000"/>
                </a:solidFill>
                <a:latin typeface="Calibri"/>
              </a:rPr>
              <a:t>:nth-last-of-type(n)</a:t>
            </a:r>
            <a:r>
              <a:rPr lang="es-ES" sz="1600" b="0" strike="noStrike" spc="-1">
                <a:solidFill>
                  <a:srgbClr val="000000"/>
                </a:solidFill>
                <a:latin typeface="Calibri"/>
              </a:rPr>
              <a:t>, idéntico al anterior pero el número indicado se empieza a contar desde el último hijo.</a:t>
            </a:r>
            <a:endParaRPr lang="es-ES" sz="1600" b="0" strike="noStrike" spc="-1">
              <a:solidFill>
                <a:srgbClr val="000000"/>
              </a:solidFill>
              <a:latin typeface="Constantia"/>
            </a:endParaRPr>
          </a:p>
          <a:p>
            <a:endParaRPr lang="es-ES" sz="1600" b="0" strike="noStrike" spc="-1">
              <a:solidFill>
                <a:srgbClr val="000000"/>
              </a:solidFill>
              <a:latin typeface="Constantia"/>
            </a:endParaRPr>
          </a:p>
          <a:p>
            <a:endParaRPr lang="es-ES" sz="1600" b="0" strike="noStrike" spc="-1">
              <a:solidFill>
                <a:srgbClr val="000000"/>
              </a:solidFill>
              <a:latin typeface="Constantia"/>
            </a:endParaRPr>
          </a:p>
          <a:p>
            <a:endParaRPr lang="es-ES" sz="1600" b="0" strike="noStrike" spc="-1">
              <a:solidFill>
                <a:srgbClr val="000000"/>
              </a:solidFill>
              <a:latin typeface="Constantia"/>
            </a:endParaRPr>
          </a:p>
          <a:p>
            <a:endParaRPr lang="es-ES" sz="1600" b="0" strike="noStrike" spc="-1">
              <a:solidFill>
                <a:srgbClr val="000000"/>
              </a:solidFill>
              <a:latin typeface="Constantia"/>
            </a:endParaRPr>
          </a:p>
          <a:p>
            <a:endParaRPr lang="es-ES" sz="1600" b="0" strike="noStrike" spc="-1">
              <a:solidFill>
                <a:srgbClr val="000000"/>
              </a:solidFill>
              <a:latin typeface="Constantia"/>
            </a:endParaRPr>
          </a:p>
          <a:p>
            <a:endParaRPr lang="es-ES" sz="1600" b="0" strike="noStrike" spc="-1">
              <a:solidFill>
                <a:srgbClr val="000000"/>
              </a:solidFill>
              <a:latin typeface="Constantia"/>
            </a:endParaRPr>
          </a:p>
          <a:p>
            <a:endParaRPr lang="es-ES" sz="1600" b="0" strike="noStrike" spc="-1">
              <a:solidFill>
                <a:srgbClr val="000000"/>
              </a:solidFill>
              <a:latin typeface="Constantia"/>
            </a:endParaRPr>
          </a:p>
          <a:p>
            <a:endParaRPr lang="es-ES" sz="1600" b="0" strike="noStrike" spc="-1">
              <a:solidFill>
                <a:srgbClr val="000000"/>
              </a:solidFill>
              <a:latin typeface="Constantia"/>
            </a:endParaRPr>
          </a:p>
        </p:txBody>
      </p:sp>
      <p:sp>
        <p:nvSpPr>
          <p:cNvPr id="208" name="Marcador de número de diapositiva 4"/>
          <p:cNvSpPr txBox="1"/>
          <p:nvPr/>
        </p:nvSpPr>
        <p:spPr>
          <a:xfrm>
            <a:off x="7924680" y="6356520"/>
            <a:ext cx="761760" cy="364680"/>
          </a:xfrm>
          <a:prstGeom prst="rect">
            <a:avLst/>
          </a:prstGeom>
          <a:noFill/>
          <a:ln w="0">
            <a:noFill/>
          </a:ln>
        </p:spPr>
        <p:txBody>
          <a:bodyPr lIns="0" tIns="0" rIns="0" bIns="0" anchor="b">
            <a:noAutofit/>
          </a:bodyPr>
          <a:lstStyle/>
          <a:p>
            <a:pPr algn="r">
              <a:lnSpc>
                <a:spcPct val="100000"/>
              </a:lnSpc>
            </a:pPr>
            <a:fld id="{CBCB8008-BD1D-414F-996A-E10CE42B71FA}" type="slidenum">
              <a:rPr lang="es-ES" sz="1200" b="0" strike="noStrike" spc="-1">
                <a:solidFill>
                  <a:srgbClr val="035C75"/>
                </a:solidFill>
                <a:latin typeface="Constantia"/>
              </a:rPr>
              <a:t>27</a:t>
            </a:fld>
            <a:endParaRPr lang="es-ES" sz="1200" b="0" strike="noStrike" spc="-1">
              <a:latin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 name="Título 1"/>
          <p:cNvSpPr txBox="1"/>
          <p:nvPr/>
        </p:nvSpPr>
        <p:spPr>
          <a:xfrm>
            <a:off x="457200" y="332640"/>
            <a:ext cx="8506800" cy="1142640"/>
          </a:xfrm>
          <a:prstGeom prst="rect">
            <a:avLst/>
          </a:prstGeom>
          <a:noFill/>
          <a:ln w="0">
            <a:noFill/>
          </a:ln>
        </p:spPr>
        <p:txBody>
          <a:bodyPr lIns="0" tIns="45000" rIns="0" bIns="0" anchor="b">
            <a:normAutofit/>
          </a:bodyPr>
          <a:lstStyle/>
          <a:p>
            <a:pPr>
              <a:lnSpc>
                <a:spcPct val="100000"/>
              </a:lnSpc>
            </a:pPr>
            <a:r>
              <a:rPr lang="es-ES" sz="4000" b="0" strike="noStrike" spc="-1">
                <a:solidFill>
                  <a:srgbClr val="04617B"/>
                </a:solidFill>
                <a:latin typeface="Calibri"/>
              </a:rPr>
              <a:t>Selectores avanzados</a:t>
            </a:r>
            <a:endParaRPr lang="es-ES" sz="4000" b="0" strike="noStrike" spc="-1">
              <a:solidFill>
                <a:srgbClr val="000000"/>
              </a:solidFill>
              <a:latin typeface="Constantia"/>
            </a:endParaRPr>
          </a:p>
        </p:txBody>
      </p:sp>
      <p:sp>
        <p:nvSpPr>
          <p:cNvPr id="210" name="Marcador de contenido 2"/>
          <p:cNvSpPr txBox="1"/>
          <p:nvPr/>
        </p:nvSpPr>
        <p:spPr>
          <a:xfrm>
            <a:off x="467640" y="1556640"/>
            <a:ext cx="7920360" cy="4968360"/>
          </a:xfrm>
          <a:prstGeom prst="rect">
            <a:avLst/>
          </a:prstGeom>
          <a:noFill/>
          <a:ln w="0">
            <a:noFill/>
          </a:ln>
        </p:spPr>
        <p:txBody>
          <a:bodyPr lIns="90000" tIns="45000" rIns="90000" bIns="45000">
            <a:noAutofit/>
          </a:bodyPr>
          <a:lstStyle/>
          <a:p>
            <a:pPr>
              <a:lnSpc>
                <a:spcPct val="120000"/>
              </a:lnSpc>
              <a:spcAft>
                <a:spcPts val="601"/>
              </a:spcAft>
              <a:tabLst>
                <a:tab pos="0" algn="l"/>
              </a:tabLst>
            </a:pPr>
            <a:r>
              <a:rPr lang="es-ES" sz="2400" b="1" strike="noStrike" spc="-1">
                <a:solidFill>
                  <a:srgbClr val="000000"/>
                </a:solidFill>
                <a:latin typeface="Calibri"/>
              </a:rPr>
              <a:t>Pseudo-clases</a:t>
            </a:r>
            <a:endParaRPr lang="es-ES" sz="2400" b="0" strike="noStrike" spc="-1">
              <a:solidFill>
                <a:srgbClr val="000000"/>
              </a:solidFill>
              <a:latin typeface="Constantia"/>
            </a:endParaRPr>
          </a:p>
          <a:p>
            <a:pPr marL="480960" lvl="2" indent="-285480" algn="just">
              <a:lnSpc>
                <a:spcPct val="100000"/>
              </a:lnSpc>
              <a:buClr>
                <a:srgbClr val="0B5394"/>
              </a:buClr>
              <a:buSzPct val="90000"/>
              <a:buFont typeface="Wingdings 2" charset="2"/>
              <a:buChar char=""/>
              <a:tabLst>
                <a:tab pos="0" algn="l"/>
              </a:tabLst>
            </a:pPr>
            <a:r>
              <a:rPr lang="es-ES" sz="1600" b="0" strike="noStrike" spc="-1">
                <a:solidFill>
                  <a:srgbClr val="000000"/>
                </a:solidFill>
                <a:latin typeface="Calibri"/>
              </a:rPr>
              <a:t>Algunas pseudo-clases como :nth-child(n) permiten el uso de expresiones complejas para realizar selecciones avanzadas.</a:t>
            </a:r>
            <a:endParaRPr lang="es-ES" sz="1600" b="0" strike="noStrike" spc="-1">
              <a:solidFill>
                <a:srgbClr val="000000"/>
              </a:solidFill>
              <a:latin typeface="Constantia"/>
            </a:endParaRPr>
          </a:p>
          <a:p>
            <a:pPr marL="480960" lvl="2" indent="-285480" algn="just">
              <a:lnSpc>
                <a:spcPct val="100000"/>
              </a:lnSpc>
              <a:buClr>
                <a:srgbClr val="0B5394"/>
              </a:buClr>
              <a:buSzPct val="90000"/>
              <a:buFont typeface="Wingdings 2" charset="2"/>
              <a:buChar char=""/>
              <a:tabLst>
                <a:tab pos="0" algn="l"/>
              </a:tabLst>
            </a:pPr>
            <a:r>
              <a:rPr lang="es-ES" sz="1600" b="0" strike="noStrike" spc="-1">
                <a:solidFill>
                  <a:srgbClr val="000000"/>
                </a:solidFill>
                <a:latin typeface="Calibri"/>
              </a:rPr>
              <a:t>La expresión que sigue es en formato (an+b). El contador n empieza en 0.</a:t>
            </a:r>
            <a:endParaRPr lang="es-ES" sz="1600" b="0" strike="noStrike" spc="-1">
              <a:solidFill>
                <a:srgbClr val="000000"/>
              </a:solidFill>
              <a:latin typeface="Constantia"/>
            </a:endParaRPr>
          </a:p>
          <a:p>
            <a:endParaRPr lang="es-ES" sz="1600" b="0" strike="noStrike" spc="-1">
              <a:solidFill>
                <a:srgbClr val="000000"/>
              </a:solidFill>
              <a:latin typeface="Constantia"/>
            </a:endParaRPr>
          </a:p>
          <a:p>
            <a:endParaRPr lang="es-ES" sz="1600" b="0" strike="noStrike" spc="-1">
              <a:solidFill>
                <a:srgbClr val="000000"/>
              </a:solidFill>
              <a:latin typeface="Constantia"/>
            </a:endParaRPr>
          </a:p>
          <a:p>
            <a:endParaRPr lang="es-ES" sz="1600" b="0" strike="noStrike" spc="-1">
              <a:solidFill>
                <a:srgbClr val="000000"/>
              </a:solidFill>
              <a:latin typeface="Constantia"/>
            </a:endParaRPr>
          </a:p>
          <a:p>
            <a:endParaRPr lang="es-ES" sz="1600" b="0" strike="noStrike" spc="-1">
              <a:solidFill>
                <a:srgbClr val="000000"/>
              </a:solidFill>
              <a:latin typeface="Constantia"/>
            </a:endParaRPr>
          </a:p>
          <a:p>
            <a:endParaRPr lang="es-ES" sz="1600" b="0" strike="noStrike" spc="-1">
              <a:solidFill>
                <a:srgbClr val="000000"/>
              </a:solidFill>
              <a:latin typeface="Constantia"/>
            </a:endParaRPr>
          </a:p>
          <a:p>
            <a:endParaRPr lang="es-ES" sz="1600" b="0" strike="noStrike" spc="-1">
              <a:solidFill>
                <a:srgbClr val="000000"/>
              </a:solidFill>
              <a:latin typeface="Constantia"/>
            </a:endParaRPr>
          </a:p>
          <a:p>
            <a:endParaRPr lang="es-ES" sz="1600" b="0" strike="noStrike" spc="-1">
              <a:solidFill>
                <a:srgbClr val="000000"/>
              </a:solidFill>
              <a:latin typeface="Constantia"/>
            </a:endParaRPr>
          </a:p>
          <a:p>
            <a:endParaRPr lang="es-ES" sz="1600" b="0" strike="noStrike" spc="-1">
              <a:solidFill>
                <a:srgbClr val="000000"/>
              </a:solidFill>
              <a:latin typeface="Constantia"/>
            </a:endParaRPr>
          </a:p>
          <a:p>
            <a:endParaRPr lang="es-ES" sz="1600" b="0" strike="noStrike" spc="-1">
              <a:solidFill>
                <a:srgbClr val="000000"/>
              </a:solidFill>
              <a:latin typeface="Constantia"/>
            </a:endParaRPr>
          </a:p>
          <a:p>
            <a:endParaRPr lang="es-ES" sz="1600" b="0" strike="noStrike" spc="-1">
              <a:solidFill>
                <a:srgbClr val="000000"/>
              </a:solidFill>
              <a:latin typeface="Constantia"/>
            </a:endParaRPr>
          </a:p>
          <a:p>
            <a:endParaRPr lang="es-ES" sz="1600" b="0" strike="noStrike" spc="-1">
              <a:solidFill>
                <a:srgbClr val="000000"/>
              </a:solidFill>
              <a:latin typeface="Constantia"/>
            </a:endParaRPr>
          </a:p>
          <a:p>
            <a:endParaRPr lang="es-ES" sz="1600" b="0" strike="noStrike" spc="-1">
              <a:solidFill>
                <a:srgbClr val="000000"/>
              </a:solidFill>
              <a:latin typeface="Constantia"/>
            </a:endParaRPr>
          </a:p>
        </p:txBody>
      </p:sp>
      <p:sp>
        <p:nvSpPr>
          <p:cNvPr id="211" name="Marcador de número de diapositiva 4"/>
          <p:cNvSpPr txBox="1"/>
          <p:nvPr/>
        </p:nvSpPr>
        <p:spPr>
          <a:xfrm>
            <a:off x="7924680" y="6356520"/>
            <a:ext cx="761760" cy="364680"/>
          </a:xfrm>
          <a:prstGeom prst="rect">
            <a:avLst/>
          </a:prstGeom>
          <a:noFill/>
          <a:ln w="0">
            <a:noFill/>
          </a:ln>
        </p:spPr>
        <p:txBody>
          <a:bodyPr lIns="0" tIns="0" rIns="0" bIns="0" anchor="b">
            <a:noAutofit/>
          </a:bodyPr>
          <a:lstStyle/>
          <a:p>
            <a:pPr algn="r">
              <a:lnSpc>
                <a:spcPct val="100000"/>
              </a:lnSpc>
            </a:pPr>
            <a:fld id="{F75E1AAF-A583-416A-920E-4DEB7D93B830}" type="slidenum">
              <a:rPr lang="es-ES" sz="1200" b="0" strike="noStrike" spc="-1">
                <a:solidFill>
                  <a:srgbClr val="035C75"/>
                </a:solidFill>
                <a:latin typeface="Constantia"/>
              </a:rPr>
              <a:t>28</a:t>
            </a:fld>
            <a:endParaRPr lang="es-ES" sz="1200" b="0" strike="noStrike" spc="-1">
              <a:latin typeface="Times New Roman"/>
            </a:endParaRPr>
          </a:p>
        </p:txBody>
      </p:sp>
      <p:sp>
        <p:nvSpPr>
          <p:cNvPr id="212" name="Text Box 4"/>
          <p:cNvSpPr/>
          <p:nvPr/>
        </p:nvSpPr>
        <p:spPr>
          <a:xfrm>
            <a:off x="756000" y="3056040"/>
            <a:ext cx="7488360" cy="2860920"/>
          </a:xfrm>
          <a:prstGeom prst="rect">
            <a:avLst/>
          </a:prstGeom>
          <a:solidFill>
            <a:srgbClr val="FFFFFF"/>
          </a:solidFill>
          <a:ln w="3175">
            <a:solidFill>
              <a:srgbClr val="009DD9"/>
            </a:solidFill>
            <a:prstDash val="dash"/>
            <a:round/>
          </a:ln>
        </p:spPr>
        <p:style>
          <a:lnRef idx="2">
            <a:schemeClr val="accent2"/>
          </a:lnRef>
          <a:fillRef idx="1">
            <a:schemeClr val="lt1"/>
          </a:fillRef>
          <a:effectRef idx="0">
            <a:schemeClr val="accent2"/>
          </a:effectRef>
          <a:fontRef idx="minor"/>
        </p:style>
        <p:txBody>
          <a:bodyPr lIns="90000" tIns="45000" rIns="90000" bIns="45000">
            <a:spAutoFit/>
          </a:bodyPr>
          <a:lstStyle/>
          <a:p>
            <a:pPr>
              <a:lnSpc>
                <a:spcPct val="100000"/>
              </a:lnSpc>
              <a:tabLst>
                <a:tab pos="0" algn="l"/>
              </a:tabLst>
            </a:pPr>
            <a:r>
              <a:rPr lang="es-ES" sz="1400" b="0" strike="noStrike" spc="-1">
                <a:solidFill>
                  <a:srgbClr val="000000"/>
                </a:solidFill>
                <a:latin typeface="Courier New"/>
              </a:rPr>
              <a:t>/* selecciona todos los li que estén en posición impar (para contar las posiciones pares e impares se tienen en cuenta todos los hijos sean o no sean li) */</a:t>
            </a:r>
            <a:endParaRPr lang="es-ES" sz="1400" b="0" strike="noStrike" spc="-1">
              <a:latin typeface="Arial"/>
            </a:endParaRPr>
          </a:p>
          <a:p>
            <a:pPr>
              <a:lnSpc>
                <a:spcPct val="100000"/>
              </a:lnSpc>
              <a:tabLst>
                <a:tab pos="0" algn="l"/>
              </a:tabLst>
            </a:pPr>
            <a:endParaRPr lang="es-ES" sz="1400" b="0" strike="noStrike" spc="-1">
              <a:latin typeface="Arial"/>
            </a:endParaRPr>
          </a:p>
          <a:p>
            <a:pPr marL="266760" indent="-266400">
              <a:lnSpc>
                <a:spcPct val="100000"/>
              </a:lnSpc>
              <a:tabLst>
                <a:tab pos="0" algn="l"/>
              </a:tabLst>
            </a:pPr>
            <a:r>
              <a:rPr lang="es-ES" sz="1400" b="0" strike="noStrike" spc="-1">
                <a:solidFill>
                  <a:srgbClr val="000000"/>
                </a:solidFill>
                <a:latin typeface="Courier New"/>
              </a:rPr>
              <a:t>li:nth-child(2n+1) { ... } </a:t>
            </a:r>
            <a:endParaRPr lang="es-ES" sz="1400" b="0" strike="noStrike" spc="-1">
              <a:latin typeface="Arial"/>
            </a:endParaRPr>
          </a:p>
          <a:p>
            <a:pPr marL="266760" indent="-266400">
              <a:lnSpc>
                <a:spcPct val="100000"/>
              </a:lnSpc>
              <a:tabLst>
                <a:tab pos="0" algn="l"/>
              </a:tabLst>
            </a:pPr>
            <a:r>
              <a:rPr lang="es-ES" sz="1400" b="0" strike="noStrike" spc="-1">
                <a:solidFill>
                  <a:srgbClr val="000000"/>
                </a:solidFill>
                <a:latin typeface="Courier New"/>
              </a:rPr>
              <a:t>li:nth-child(odd) { ... } </a:t>
            </a:r>
            <a:endParaRPr lang="es-ES" sz="1400" b="0" strike="noStrike" spc="-1">
              <a:latin typeface="Arial"/>
            </a:endParaRPr>
          </a:p>
          <a:p>
            <a:pPr marL="266760" indent="-266400">
              <a:lnSpc>
                <a:spcPct val="100000"/>
              </a:lnSpc>
              <a:tabLst>
                <a:tab pos="0" algn="l"/>
              </a:tabLst>
            </a:pPr>
            <a:endParaRPr lang="es-ES" sz="1400" b="0" strike="noStrike" spc="-1">
              <a:latin typeface="Arial"/>
            </a:endParaRPr>
          </a:p>
          <a:p>
            <a:pPr>
              <a:lnSpc>
                <a:spcPct val="100000"/>
              </a:lnSpc>
              <a:tabLst>
                <a:tab pos="0" algn="l"/>
              </a:tabLst>
            </a:pPr>
            <a:r>
              <a:rPr lang="es-ES" sz="1400" b="0" strike="noStrike" spc="-1">
                <a:solidFill>
                  <a:srgbClr val="000000"/>
                </a:solidFill>
                <a:latin typeface="Courier New"/>
              </a:rPr>
              <a:t>/* selecciona todos los li que estén en posición par (para contar las posiciones pares e impares se tienen en cuenta todos los hijos sean o no sean li) */</a:t>
            </a:r>
            <a:endParaRPr lang="es-ES" sz="1400" b="0" strike="noStrike" spc="-1">
              <a:latin typeface="Arial"/>
            </a:endParaRPr>
          </a:p>
          <a:p>
            <a:pPr>
              <a:lnSpc>
                <a:spcPct val="100000"/>
              </a:lnSpc>
              <a:tabLst>
                <a:tab pos="0" algn="l"/>
              </a:tabLst>
            </a:pPr>
            <a:endParaRPr lang="es-ES" sz="1400" b="0" strike="noStrike" spc="-1">
              <a:latin typeface="Arial"/>
            </a:endParaRPr>
          </a:p>
          <a:p>
            <a:pPr marL="266760" indent="-266400">
              <a:lnSpc>
                <a:spcPct val="100000"/>
              </a:lnSpc>
              <a:tabLst>
                <a:tab pos="0" algn="l"/>
              </a:tabLst>
            </a:pPr>
            <a:r>
              <a:rPr lang="es-ES" sz="1400" b="0" strike="noStrike" spc="-1">
                <a:solidFill>
                  <a:srgbClr val="000000"/>
                </a:solidFill>
                <a:latin typeface="Courier New"/>
              </a:rPr>
              <a:t>li:nth-child(2n)   { ... }</a:t>
            </a:r>
            <a:endParaRPr lang="es-ES" sz="1400" b="0" strike="noStrike" spc="-1">
              <a:latin typeface="Arial"/>
            </a:endParaRPr>
          </a:p>
          <a:p>
            <a:pPr marL="266760" indent="-266400">
              <a:lnSpc>
                <a:spcPct val="100000"/>
              </a:lnSpc>
              <a:tabLst>
                <a:tab pos="0" algn="l"/>
              </a:tabLst>
            </a:pPr>
            <a:r>
              <a:rPr lang="es-ES" sz="1400" b="0" strike="noStrike" spc="-1">
                <a:solidFill>
                  <a:srgbClr val="000000"/>
                </a:solidFill>
                <a:latin typeface="Courier New"/>
              </a:rPr>
              <a:t>li:nth-child(even) { ... }</a:t>
            </a:r>
            <a:endParaRPr lang="es-ES" sz="1400" b="0" strike="noStrike" spc="-1">
              <a:latin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 name="Título 1"/>
          <p:cNvSpPr txBox="1"/>
          <p:nvPr/>
        </p:nvSpPr>
        <p:spPr>
          <a:xfrm>
            <a:off x="457200" y="332640"/>
            <a:ext cx="8506800" cy="1142640"/>
          </a:xfrm>
          <a:prstGeom prst="rect">
            <a:avLst/>
          </a:prstGeom>
          <a:noFill/>
          <a:ln w="0">
            <a:noFill/>
          </a:ln>
        </p:spPr>
        <p:txBody>
          <a:bodyPr lIns="0" tIns="45000" rIns="0" bIns="0" anchor="b">
            <a:normAutofit/>
          </a:bodyPr>
          <a:lstStyle/>
          <a:p>
            <a:pPr>
              <a:lnSpc>
                <a:spcPct val="100000"/>
              </a:lnSpc>
            </a:pPr>
            <a:r>
              <a:rPr lang="es-ES" sz="4000" b="0" strike="noStrike" spc="-1">
                <a:solidFill>
                  <a:srgbClr val="04617B"/>
                </a:solidFill>
                <a:latin typeface="Calibri"/>
              </a:rPr>
              <a:t>Selectores avanzados</a:t>
            </a:r>
            <a:endParaRPr lang="es-ES" sz="4000" b="0" strike="noStrike" spc="-1">
              <a:solidFill>
                <a:srgbClr val="000000"/>
              </a:solidFill>
              <a:latin typeface="Constantia"/>
            </a:endParaRPr>
          </a:p>
        </p:txBody>
      </p:sp>
      <p:sp>
        <p:nvSpPr>
          <p:cNvPr id="214" name="Marcador de contenido 2"/>
          <p:cNvSpPr txBox="1"/>
          <p:nvPr/>
        </p:nvSpPr>
        <p:spPr>
          <a:xfrm>
            <a:off x="467640" y="1556640"/>
            <a:ext cx="7920360" cy="4968360"/>
          </a:xfrm>
          <a:prstGeom prst="rect">
            <a:avLst/>
          </a:prstGeom>
          <a:noFill/>
          <a:ln w="0">
            <a:noFill/>
          </a:ln>
        </p:spPr>
        <p:txBody>
          <a:bodyPr lIns="90000" tIns="45000" rIns="90000" bIns="45000">
            <a:noAutofit/>
          </a:bodyPr>
          <a:lstStyle/>
          <a:p>
            <a:pPr>
              <a:lnSpc>
                <a:spcPct val="120000"/>
              </a:lnSpc>
              <a:spcAft>
                <a:spcPts val="601"/>
              </a:spcAft>
              <a:tabLst>
                <a:tab pos="0" algn="l"/>
              </a:tabLst>
            </a:pPr>
            <a:r>
              <a:rPr lang="es-ES" sz="2400" b="1" strike="noStrike" spc="-1">
                <a:solidFill>
                  <a:srgbClr val="000000"/>
                </a:solidFill>
                <a:latin typeface="Calibri"/>
              </a:rPr>
              <a:t>Pseudo-clases</a:t>
            </a:r>
            <a:endParaRPr lang="es-ES" sz="2400" b="0" strike="noStrike" spc="-1">
              <a:solidFill>
                <a:srgbClr val="000000"/>
              </a:solidFill>
              <a:latin typeface="Constantia"/>
            </a:endParaRPr>
          </a:p>
          <a:p>
            <a:pPr marL="480960" lvl="2" indent="-285480" algn="just">
              <a:lnSpc>
                <a:spcPct val="100000"/>
              </a:lnSpc>
              <a:spcBef>
                <a:spcPts val="601"/>
              </a:spcBef>
              <a:buClr>
                <a:srgbClr val="0B5394"/>
              </a:buClr>
              <a:buSzPct val="90000"/>
              <a:buFont typeface="Wingdings 2" charset="2"/>
              <a:buChar char=""/>
              <a:tabLst>
                <a:tab pos="0" algn="l"/>
              </a:tabLst>
            </a:pPr>
            <a:r>
              <a:rPr lang="es-ES" sz="1600" b="0" strike="noStrike" spc="-1">
                <a:solidFill>
                  <a:srgbClr val="000000"/>
                </a:solidFill>
                <a:latin typeface="Calibri"/>
              </a:rPr>
              <a:t>Empleando la pseudo-clase :nth-of-type(n) se pueden crear reglas CSS que alternen la posición de las imágenes en función de la posición de la imagen anterior:</a:t>
            </a:r>
            <a:endParaRPr lang="es-ES" sz="1600" b="0" strike="noStrike" spc="-1">
              <a:solidFill>
                <a:srgbClr val="000000"/>
              </a:solidFill>
              <a:latin typeface="Constantia"/>
            </a:endParaRPr>
          </a:p>
          <a:p>
            <a:endParaRPr lang="es-ES" sz="1600" b="0" strike="noStrike" spc="-1">
              <a:solidFill>
                <a:srgbClr val="000000"/>
              </a:solidFill>
              <a:latin typeface="Constantia"/>
            </a:endParaRPr>
          </a:p>
          <a:p>
            <a:endParaRPr lang="es-ES" sz="1600" b="0" strike="noStrike" spc="-1">
              <a:solidFill>
                <a:srgbClr val="000000"/>
              </a:solidFill>
              <a:latin typeface="Constantia"/>
            </a:endParaRPr>
          </a:p>
        </p:txBody>
      </p:sp>
      <p:sp>
        <p:nvSpPr>
          <p:cNvPr id="215" name="Marcador de número de diapositiva 4"/>
          <p:cNvSpPr txBox="1"/>
          <p:nvPr/>
        </p:nvSpPr>
        <p:spPr>
          <a:xfrm>
            <a:off x="7924680" y="6356520"/>
            <a:ext cx="761760" cy="364680"/>
          </a:xfrm>
          <a:prstGeom prst="rect">
            <a:avLst/>
          </a:prstGeom>
          <a:noFill/>
          <a:ln w="0">
            <a:noFill/>
          </a:ln>
        </p:spPr>
        <p:txBody>
          <a:bodyPr lIns="0" tIns="0" rIns="0" bIns="0" anchor="b">
            <a:noAutofit/>
          </a:bodyPr>
          <a:lstStyle/>
          <a:p>
            <a:pPr algn="r">
              <a:lnSpc>
                <a:spcPct val="100000"/>
              </a:lnSpc>
            </a:pPr>
            <a:fld id="{A86AC9EC-BAD8-42F8-B65E-C9BAB066C898}" type="slidenum">
              <a:rPr lang="es-ES" sz="1200" b="0" strike="noStrike" spc="-1">
                <a:solidFill>
                  <a:srgbClr val="035C75"/>
                </a:solidFill>
                <a:latin typeface="Constantia"/>
              </a:rPr>
              <a:t>29</a:t>
            </a:fld>
            <a:endParaRPr lang="es-ES" sz="1200" b="0" strike="noStrike" spc="-1">
              <a:latin typeface="Times New Roman"/>
            </a:endParaRPr>
          </a:p>
        </p:txBody>
      </p:sp>
      <p:sp>
        <p:nvSpPr>
          <p:cNvPr id="216" name="Text Box 4"/>
          <p:cNvSpPr/>
          <p:nvPr/>
        </p:nvSpPr>
        <p:spPr>
          <a:xfrm>
            <a:off x="1043640" y="3131280"/>
            <a:ext cx="7104240" cy="2434680"/>
          </a:xfrm>
          <a:prstGeom prst="rect">
            <a:avLst/>
          </a:prstGeom>
          <a:solidFill>
            <a:srgbClr val="FFFFFF"/>
          </a:solidFill>
          <a:ln w="3175">
            <a:solidFill>
              <a:srgbClr val="009DD9"/>
            </a:solidFill>
            <a:prstDash val="dash"/>
            <a:round/>
          </a:ln>
        </p:spPr>
        <p:style>
          <a:lnRef idx="2">
            <a:schemeClr val="accent2"/>
          </a:lnRef>
          <a:fillRef idx="1">
            <a:schemeClr val="lt1"/>
          </a:fillRef>
          <a:effectRef idx="0">
            <a:schemeClr val="accent2"/>
          </a:effectRef>
          <a:fontRef idx="minor"/>
        </p:style>
        <p:txBody>
          <a:bodyPr lIns="90000" tIns="45000" rIns="90000" bIns="45000">
            <a:spAutoFit/>
          </a:bodyPr>
          <a:lstStyle/>
          <a:p>
            <a:pPr>
              <a:lnSpc>
                <a:spcPct val="100000"/>
              </a:lnSpc>
              <a:tabLst>
                <a:tab pos="0" algn="l"/>
              </a:tabLst>
            </a:pPr>
            <a:r>
              <a:rPr lang="es-ES" sz="1400" b="0" strike="noStrike" spc="-1">
                <a:solidFill>
                  <a:srgbClr val="000000"/>
                </a:solidFill>
                <a:latin typeface="Courier New"/>
              </a:rPr>
              <a:t>/* selecciona todos los &lt;img&gt; que estén en posición impar (para contar las posiciones pares e impares se tienen en cuenta sólo los elementos &lt;img&gt;) */</a:t>
            </a:r>
            <a:endParaRPr lang="es-ES" sz="1400" b="0" strike="noStrike" spc="-1">
              <a:latin typeface="Arial"/>
            </a:endParaRPr>
          </a:p>
          <a:p>
            <a:pPr marL="266760" indent="-266400">
              <a:lnSpc>
                <a:spcPct val="100000"/>
              </a:lnSpc>
              <a:tabLst>
                <a:tab pos="0" algn="l"/>
              </a:tabLst>
            </a:pPr>
            <a:endParaRPr lang="es-ES" sz="1400" b="0" strike="noStrike" spc="-1">
              <a:latin typeface="Arial"/>
            </a:endParaRPr>
          </a:p>
          <a:p>
            <a:pPr marL="266760" indent="-266400">
              <a:lnSpc>
                <a:spcPct val="100000"/>
              </a:lnSpc>
              <a:tabLst>
                <a:tab pos="0" algn="l"/>
              </a:tabLst>
            </a:pPr>
            <a:r>
              <a:rPr lang="en-US" sz="1400" b="0" strike="noStrike" spc="-1">
                <a:solidFill>
                  <a:srgbClr val="000000"/>
                </a:solidFill>
                <a:latin typeface="Courier New"/>
              </a:rPr>
              <a:t>img:nth-of-type(2n+1) { float: right; }</a:t>
            </a:r>
            <a:endParaRPr lang="es-ES" sz="1400" b="0" strike="noStrike" spc="-1">
              <a:latin typeface="Arial"/>
            </a:endParaRPr>
          </a:p>
          <a:p>
            <a:pPr marL="266760" indent="-266400">
              <a:lnSpc>
                <a:spcPct val="100000"/>
              </a:lnSpc>
              <a:tabLst>
                <a:tab pos="0" algn="l"/>
              </a:tabLst>
            </a:pPr>
            <a:endParaRPr lang="es-ES" sz="1400" b="0" strike="noStrike" spc="-1">
              <a:latin typeface="Arial"/>
            </a:endParaRPr>
          </a:p>
          <a:p>
            <a:pPr>
              <a:lnSpc>
                <a:spcPct val="100000"/>
              </a:lnSpc>
              <a:tabLst>
                <a:tab pos="0" algn="l"/>
              </a:tabLst>
            </a:pPr>
            <a:r>
              <a:rPr lang="es-ES" sz="1400" b="0" strike="noStrike" spc="-1">
                <a:solidFill>
                  <a:srgbClr val="000000"/>
                </a:solidFill>
                <a:latin typeface="Courier New"/>
              </a:rPr>
              <a:t>/* selecciona todos los &lt;img&gt; que estén en posición par (para contar las posiciones pares e impares se tienen en cuenta sólo los elementos &lt;img&gt;) */</a:t>
            </a:r>
            <a:endParaRPr lang="es-ES" sz="1400" b="0" strike="noStrike" spc="-1">
              <a:latin typeface="Arial"/>
            </a:endParaRPr>
          </a:p>
          <a:p>
            <a:pPr marL="266760" indent="-266400">
              <a:lnSpc>
                <a:spcPct val="100000"/>
              </a:lnSpc>
              <a:tabLst>
                <a:tab pos="0" algn="l"/>
              </a:tabLst>
            </a:pPr>
            <a:endParaRPr lang="es-ES" sz="1400" b="0" strike="noStrike" spc="-1">
              <a:latin typeface="Arial"/>
            </a:endParaRPr>
          </a:p>
          <a:p>
            <a:pPr marL="266760" indent="-266400">
              <a:lnSpc>
                <a:spcPct val="100000"/>
              </a:lnSpc>
              <a:tabLst>
                <a:tab pos="0" algn="l"/>
              </a:tabLst>
            </a:pPr>
            <a:r>
              <a:rPr lang="en-US" sz="1400" b="0" strike="noStrike" spc="-1">
                <a:solidFill>
                  <a:srgbClr val="000000"/>
                </a:solidFill>
                <a:latin typeface="Courier New"/>
              </a:rPr>
              <a:t>img:nth-of-type(2n)   { float: left;  }</a:t>
            </a:r>
            <a:endParaRPr lang="es-ES" sz="1400" b="0" strike="noStrike" spc="-1">
              <a:latin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 name="Título 1"/>
          <p:cNvSpPr txBox="1"/>
          <p:nvPr/>
        </p:nvSpPr>
        <p:spPr>
          <a:xfrm>
            <a:off x="457200" y="332640"/>
            <a:ext cx="8506800" cy="1142640"/>
          </a:xfrm>
          <a:prstGeom prst="rect">
            <a:avLst/>
          </a:prstGeom>
          <a:noFill/>
          <a:ln w="0">
            <a:noFill/>
          </a:ln>
        </p:spPr>
        <p:txBody>
          <a:bodyPr lIns="0" tIns="45000" rIns="0" bIns="0" anchor="b">
            <a:normAutofit/>
          </a:bodyPr>
          <a:lstStyle/>
          <a:p>
            <a:pPr>
              <a:lnSpc>
                <a:spcPct val="100000"/>
              </a:lnSpc>
            </a:pPr>
            <a:r>
              <a:rPr lang="es-ES" sz="4000" b="0" strike="noStrike" spc="-1">
                <a:solidFill>
                  <a:srgbClr val="04617B"/>
                </a:solidFill>
                <a:latin typeface="Calibri"/>
              </a:rPr>
              <a:t>Selectores avanzados</a:t>
            </a:r>
            <a:endParaRPr lang="es-ES" sz="4000" b="0" strike="noStrike" spc="-1">
              <a:solidFill>
                <a:srgbClr val="000000"/>
              </a:solidFill>
              <a:latin typeface="Constantia"/>
            </a:endParaRPr>
          </a:p>
        </p:txBody>
      </p:sp>
      <p:sp>
        <p:nvSpPr>
          <p:cNvPr id="218" name="Marcador de contenido 2"/>
          <p:cNvSpPr txBox="1"/>
          <p:nvPr/>
        </p:nvSpPr>
        <p:spPr>
          <a:xfrm>
            <a:off x="467640" y="1556640"/>
            <a:ext cx="7920360" cy="4968360"/>
          </a:xfrm>
          <a:prstGeom prst="rect">
            <a:avLst/>
          </a:prstGeom>
          <a:noFill/>
          <a:ln w="0">
            <a:noFill/>
          </a:ln>
        </p:spPr>
        <p:txBody>
          <a:bodyPr lIns="90000" tIns="45000" rIns="90000" bIns="45000" anchor="t">
            <a:noAutofit/>
          </a:bodyPr>
          <a:lstStyle/>
          <a:p>
            <a:pPr>
              <a:lnSpc>
                <a:spcPct val="120000"/>
              </a:lnSpc>
              <a:spcAft>
                <a:spcPts val="601"/>
              </a:spcAft>
              <a:tabLst>
                <a:tab pos="0" algn="l"/>
              </a:tabLst>
            </a:pPr>
            <a:r>
              <a:rPr lang="es-ES" sz="2400" b="1" strike="noStrike" spc="-1" dirty="0" err="1">
                <a:solidFill>
                  <a:srgbClr val="000000"/>
                </a:solidFill>
                <a:latin typeface="Calibri"/>
              </a:rPr>
              <a:t>Pseudo-clases</a:t>
            </a:r>
            <a:endParaRPr lang="es-ES" sz="2400" b="0" strike="noStrike" spc="-1" dirty="0" err="1">
              <a:solidFill>
                <a:srgbClr val="000000"/>
              </a:solidFill>
              <a:latin typeface="Constantia"/>
            </a:endParaRPr>
          </a:p>
          <a:p>
            <a:pPr>
              <a:lnSpc>
                <a:spcPct val="120000"/>
              </a:lnSpc>
              <a:spcAft>
                <a:spcPts val="601"/>
              </a:spcAft>
              <a:tabLst>
                <a:tab pos="0" algn="l"/>
              </a:tabLst>
            </a:pPr>
            <a:r>
              <a:rPr lang="es-ES" sz="1800" b="0" u="sng" strike="noStrike" spc="-1" dirty="0">
                <a:solidFill>
                  <a:srgbClr val="F49100"/>
                </a:solidFill>
                <a:uFillTx/>
                <a:latin typeface="Calibri"/>
                <a:hlinkClick r:id="rId2"/>
              </a:rPr>
              <a:t>https://www.w3schools.com/css/css_pseudo_classes.asp</a:t>
            </a:r>
            <a:endParaRPr lang="es-ES" sz="1800" b="0" strike="noStrike" spc="-1" dirty="0">
              <a:solidFill>
                <a:srgbClr val="000000"/>
              </a:solidFill>
              <a:latin typeface="Constantia"/>
            </a:endParaRPr>
          </a:p>
          <a:p>
            <a:pPr>
              <a:lnSpc>
                <a:spcPct val="120000"/>
              </a:lnSpc>
              <a:spcAft>
                <a:spcPts val="601"/>
              </a:spcAft>
              <a:tabLst>
                <a:tab pos="0" algn="l"/>
              </a:tabLst>
            </a:pPr>
            <a:endParaRPr lang="es-ES" sz="1800" b="0" strike="noStrike" spc="-1">
              <a:solidFill>
                <a:srgbClr val="000000"/>
              </a:solidFill>
              <a:latin typeface="Constantia"/>
            </a:endParaRPr>
          </a:p>
          <a:p>
            <a:pPr>
              <a:lnSpc>
                <a:spcPct val="120000"/>
              </a:lnSpc>
              <a:spcAft>
                <a:spcPts val="601"/>
              </a:spcAft>
              <a:tabLst>
                <a:tab pos="0" algn="l"/>
              </a:tabLst>
            </a:pPr>
            <a:r>
              <a:rPr lang="es-ES" sz="1800" b="0" u="sng" strike="noStrike" spc="-1" dirty="0">
                <a:solidFill>
                  <a:srgbClr val="F49100"/>
                </a:solidFill>
                <a:uFillTx/>
                <a:latin typeface="Calibri"/>
                <a:hlinkClick r:id="rId3"/>
              </a:rPr>
              <a:t>https://css-tricks.com/examples/nth-child-tester/</a:t>
            </a:r>
            <a:r>
              <a:rPr lang="es-ES" sz="1800" b="0" strike="noStrike" spc="-1" dirty="0">
                <a:solidFill>
                  <a:srgbClr val="000000"/>
                </a:solidFill>
                <a:latin typeface="Calibri"/>
              </a:rPr>
              <a:t> </a:t>
            </a:r>
            <a:endParaRPr lang="es-ES" sz="1800" b="0" strike="noStrike" spc="-1">
              <a:solidFill>
                <a:srgbClr val="000000"/>
              </a:solidFill>
              <a:latin typeface="Constantia"/>
            </a:endParaRPr>
          </a:p>
          <a:p>
            <a:pPr>
              <a:lnSpc>
                <a:spcPct val="120000"/>
              </a:lnSpc>
              <a:spcAft>
                <a:spcPts val="601"/>
              </a:spcAft>
              <a:tabLst>
                <a:tab pos="0" algn="l"/>
              </a:tabLst>
            </a:pPr>
            <a:endParaRPr lang="es-ES" sz="1800" b="0" strike="noStrike" spc="-1" dirty="0">
              <a:solidFill>
                <a:srgbClr val="000000"/>
              </a:solidFill>
              <a:latin typeface="Calibri"/>
            </a:endParaRPr>
          </a:p>
          <a:p>
            <a:pPr>
              <a:lnSpc>
                <a:spcPct val="120000"/>
              </a:lnSpc>
              <a:spcAft>
                <a:spcPts val="601"/>
              </a:spcAft>
              <a:tabLst>
                <a:tab pos="0" algn="l"/>
              </a:tabLst>
            </a:pPr>
            <a:r>
              <a:rPr lang="es-ES" spc="-1" dirty="0">
                <a:solidFill>
                  <a:srgbClr val="000000"/>
                </a:solidFill>
                <a:ea typeface="+mn-lt"/>
                <a:cs typeface="+mn-lt"/>
                <a:hlinkClick r:id="rId4"/>
              </a:rPr>
              <a:t>CSS4-Selectors | All selectors from level 4 to 1</a:t>
            </a:r>
            <a:endParaRPr lang="es-ES"/>
          </a:p>
          <a:p>
            <a:pPr>
              <a:lnSpc>
                <a:spcPct val="120000"/>
              </a:lnSpc>
              <a:spcAft>
                <a:spcPts val="601"/>
              </a:spcAft>
              <a:tabLst>
                <a:tab pos="0" algn="l"/>
              </a:tabLst>
            </a:pPr>
            <a:endParaRPr lang="es-ES" spc="-1" dirty="0">
              <a:solidFill>
                <a:srgbClr val="000000"/>
              </a:solidFill>
              <a:latin typeface="Arial"/>
              <a:cs typeface="Arial"/>
            </a:endParaRPr>
          </a:p>
          <a:p>
            <a:pPr>
              <a:lnSpc>
                <a:spcPct val="120000"/>
              </a:lnSpc>
              <a:spcAft>
                <a:spcPts val="601"/>
              </a:spcAft>
              <a:tabLst>
                <a:tab pos="0" algn="l"/>
              </a:tabLst>
            </a:pPr>
            <a:r>
              <a:rPr lang="es-ES" spc="-1" dirty="0">
                <a:solidFill>
                  <a:srgbClr val="000000"/>
                </a:solidFill>
                <a:ea typeface="+mn-lt"/>
                <a:cs typeface="+mn-lt"/>
                <a:hlinkClick r:id="rId5"/>
              </a:rPr>
              <a:t>Selectors Level 4</a:t>
            </a:r>
            <a:r>
              <a:rPr lang="es-ES" dirty="0">
                <a:solidFill>
                  <a:srgbClr val="000000"/>
                </a:solidFill>
                <a:ea typeface="+mn-lt"/>
                <a:cs typeface="+mn-lt"/>
              </a:rPr>
              <a:t> (W3C)</a:t>
            </a:r>
            <a:endParaRPr lang="es-ES" dirty="0"/>
          </a:p>
          <a:p>
            <a:pPr>
              <a:lnSpc>
                <a:spcPct val="120000"/>
              </a:lnSpc>
              <a:spcAft>
                <a:spcPts val="601"/>
              </a:spcAft>
              <a:tabLst>
                <a:tab pos="0" algn="l"/>
              </a:tabLst>
            </a:pPr>
            <a:endParaRPr lang="es-ES" spc="-1">
              <a:solidFill>
                <a:srgbClr val="000000"/>
              </a:solidFill>
              <a:latin typeface="Constantia"/>
            </a:endParaRPr>
          </a:p>
        </p:txBody>
      </p:sp>
      <p:sp>
        <p:nvSpPr>
          <p:cNvPr id="219" name="Marcador de número de diapositiva 4"/>
          <p:cNvSpPr txBox="1"/>
          <p:nvPr/>
        </p:nvSpPr>
        <p:spPr>
          <a:xfrm>
            <a:off x="7924680" y="6356520"/>
            <a:ext cx="761760" cy="364680"/>
          </a:xfrm>
          <a:prstGeom prst="rect">
            <a:avLst/>
          </a:prstGeom>
          <a:noFill/>
          <a:ln w="0">
            <a:noFill/>
          </a:ln>
        </p:spPr>
        <p:txBody>
          <a:bodyPr lIns="0" tIns="0" rIns="0" bIns="0" anchor="b">
            <a:noAutofit/>
          </a:bodyPr>
          <a:lstStyle/>
          <a:p>
            <a:pPr algn="r">
              <a:lnSpc>
                <a:spcPct val="100000"/>
              </a:lnSpc>
            </a:pPr>
            <a:fld id="{80B570BE-71E1-4AD5-84D0-8E89144A7E26}" type="slidenum">
              <a:rPr lang="es-ES" sz="1200" b="0" strike="noStrike" spc="-1">
                <a:solidFill>
                  <a:srgbClr val="035C75"/>
                </a:solidFill>
                <a:latin typeface="Constantia"/>
              </a:rPr>
              <a:t>30</a:t>
            </a:fld>
            <a:endParaRPr lang="es-ES" sz="1200" b="0" strike="noStrike" spc="-1">
              <a:latin typeface="Times New Roman"/>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 name="Título 1"/>
          <p:cNvSpPr txBox="1"/>
          <p:nvPr/>
        </p:nvSpPr>
        <p:spPr>
          <a:xfrm>
            <a:off x="457200" y="332640"/>
            <a:ext cx="8506800" cy="1142640"/>
          </a:xfrm>
          <a:prstGeom prst="rect">
            <a:avLst/>
          </a:prstGeom>
          <a:noFill/>
          <a:ln w="0">
            <a:noFill/>
          </a:ln>
        </p:spPr>
        <p:txBody>
          <a:bodyPr lIns="0" tIns="45000" rIns="0" bIns="0" anchor="b">
            <a:normAutofit/>
          </a:bodyPr>
          <a:lstStyle/>
          <a:p>
            <a:pPr>
              <a:lnSpc>
                <a:spcPct val="100000"/>
              </a:lnSpc>
            </a:pPr>
            <a:r>
              <a:rPr lang="es-ES" sz="4000" b="0" strike="noStrike" spc="-1">
                <a:solidFill>
                  <a:srgbClr val="04617B"/>
                </a:solidFill>
                <a:latin typeface="Calibri"/>
              </a:rPr>
              <a:t>Selectores avanzados</a:t>
            </a:r>
            <a:endParaRPr lang="es-ES" sz="4000" b="0" strike="noStrike" spc="-1">
              <a:solidFill>
                <a:srgbClr val="000000"/>
              </a:solidFill>
              <a:latin typeface="Constantia"/>
            </a:endParaRPr>
          </a:p>
        </p:txBody>
      </p:sp>
      <p:sp>
        <p:nvSpPr>
          <p:cNvPr id="221" name="Marcador de contenido 2"/>
          <p:cNvSpPr txBox="1"/>
          <p:nvPr/>
        </p:nvSpPr>
        <p:spPr>
          <a:xfrm>
            <a:off x="467640" y="1556640"/>
            <a:ext cx="7920360" cy="4968360"/>
          </a:xfrm>
          <a:prstGeom prst="rect">
            <a:avLst/>
          </a:prstGeom>
          <a:noFill/>
          <a:ln w="0">
            <a:noFill/>
          </a:ln>
        </p:spPr>
        <p:txBody>
          <a:bodyPr lIns="90000" tIns="45000" rIns="90000" bIns="45000">
            <a:noAutofit/>
          </a:bodyPr>
          <a:lstStyle/>
          <a:p>
            <a:pPr>
              <a:lnSpc>
                <a:spcPct val="120000"/>
              </a:lnSpc>
              <a:spcAft>
                <a:spcPts val="601"/>
              </a:spcAft>
              <a:tabLst>
                <a:tab pos="0" algn="l"/>
              </a:tabLst>
            </a:pPr>
            <a:r>
              <a:rPr lang="es-ES" sz="2400" b="1" strike="noStrike" spc="-1">
                <a:solidFill>
                  <a:srgbClr val="000000"/>
                </a:solidFill>
                <a:latin typeface="Calibri"/>
              </a:rPr>
              <a:t>Pseudo-elementos</a:t>
            </a:r>
            <a:endParaRPr lang="es-ES" sz="2400" b="0" strike="noStrike" spc="-1">
              <a:solidFill>
                <a:srgbClr val="000000"/>
              </a:solidFill>
              <a:latin typeface="Constantia"/>
            </a:endParaRPr>
          </a:p>
          <a:p>
            <a:pPr marL="480960" lvl="2" indent="-285480" algn="just">
              <a:lnSpc>
                <a:spcPct val="100000"/>
              </a:lnSpc>
              <a:buClr>
                <a:srgbClr val="0B5394"/>
              </a:buClr>
              <a:buSzPct val="90000"/>
              <a:buFont typeface="Wingdings 2" charset="2"/>
              <a:buChar char=""/>
              <a:tabLst>
                <a:tab pos="0" algn="l"/>
              </a:tabLst>
            </a:pPr>
            <a:r>
              <a:rPr lang="es-ES" sz="1600" b="0" strike="noStrike" spc="-1">
                <a:solidFill>
                  <a:srgbClr val="000000"/>
                </a:solidFill>
                <a:latin typeface="Calibri"/>
              </a:rPr>
              <a:t>Los selectores de CSS, las pseudo-clases y todos los elementos HTML no son suficientes para poder aplicar estilos a algunos elementos especiales. Si se desea por ejemplo cambiar el estilo de la primera línea de texto de un elemento, no es posible hacerlo con las utilidades anteriores.</a:t>
            </a:r>
            <a:endParaRPr lang="es-ES" sz="1600" b="0" strike="noStrike" spc="-1">
              <a:solidFill>
                <a:srgbClr val="000000"/>
              </a:solidFill>
              <a:latin typeface="Constantia"/>
            </a:endParaRPr>
          </a:p>
          <a:p>
            <a:endParaRPr lang="es-ES" sz="1600" b="0" strike="noStrike" spc="-1">
              <a:solidFill>
                <a:srgbClr val="000000"/>
              </a:solidFill>
              <a:latin typeface="Constantia"/>
            </a:endParaRPr>
          </a:p>
          <a:p>
            <a:pPr marL="480960" lvl="2" indent="-285480" algn="just">
              <a:lnSpc>
                <a:spcPct val="100000"/>
              </a:lnSpc>
              <a:buClr>
                <a:srgbClr val="0B5394"/>
              </a:buClr>
              <a:buSzPct val="90000"/>
              <a:buFont typeface="Wingdings 2" charset="2"/>
              <a:buChar char=""/>
              <a:tabLst>
                <a:tab pos="0" algn="l"/>
              </a:tabLst>
            </a:pPr>
            <a:r>
              <a:rPr lang="es-ES" sz="1600" b="0" strike="noStrike" spc="-1">
                <a:solidFill>
                  <a:srgbClr val="000000"/>
                </a:solidFill>
                <a:latin typeface="Calibri"/>
              </a:rPr>
              <a:t>La única forma de poder seleccionar estos elementos especiales es mediante los pseudo-elementos definidos por CSS para este propósito.</a:t>
            </a:r>
            <a:endParaRPr lang="es-ES" sz="1600" b="0" strike="noStrike" spc="-1">
              <a:solidFill>
                <a:srgbClr val="000000"/>
              </a:solidFill>
              <a:latin typeface="Constantia"/>
            </a:endParaRPr>
          </a:p>
          <a:p>
            <a:endParaRPr lang="es-ES" sz="1600" b="0" strike="noStrike" spc="-1">
              <a:solidFill>
                <a:srgbClr val="000000"/>
              </a:solidFill>
              <a:latin typeface="Constantia"/>
            </a:endParaRPr>
          </a:p>
          <a:p>
            <a:pPr marL="480960" lvl="2" indent="-285480" algn="just">
              <a:lnSpc>
                <a:spcPct val="100000"/>
              </a:lnSpc>
              <a:buClr>
                <a:srgbClr val="0B5394"/>
              </a:buClr>
              <a:buSzPct val="90000"/>
              <a:buFont typeface="Wingdings 2" charset="2"/>
              <a:buChar char=""/>
              <a:tabLst>
                <a:tab pos="0" algn="l"/>
              </a:tabLst>
            </a:pPr>
            <a:r>
              <a:rPr lang="es-ES" sz="1600" b="0" strike="noStrike" spc="-1">
                <a:solidFill>
                  <a:srgbClr val="000000"/>
                </a:solidFill>
                <a:latin typeface="Calibri"/>
              </a:rPr>
              <a:t>Al igual que las pseudo-clases, los pseudo-elementos se añaden a los selectores, pero, a diferencia de las primeras, no describen un estado sino que permiten añadir estilos a una parte concreta del selector. </a:t>
            </a:r>
            <a:endParaRPr lang="es-ES" sz="1600" b="0" strike="noStrike" spc="-1">
              <a:solidFill>
                <a:srgbClr val="000000"/>
              </a:solidFill>
              <a:latin typeface="Constantia"/>
            </a:endParaRPr>
          </a:p>
          <a:p>
            <a:pPr marL="195120" algn="just">
              <a:lnSpc>
                <a:spcPct val="100000"/>
              </a:lnSpc>
              <a:tabLst>
                <a:tab pos="0" algn="l"/>
              </a:tabLst>
            </a:pPr>
            <a:endParaRPr lang="es-ES" sz="1600" b="0" strike="noStrike" spc="-1">
              <a:solidFill>
                <a:srgbClr val="000000"/>
              </a:solidFill>
              <a:latin typeface="Constantia"/>
            </a:endParaRPr>
          </a:p>
          <a:p>
            <a:pPr marL="480960" lvl="2" indent="-285480" algn="just">
              <a:lnSpc>
                <a:spcPct val="100000"/>
              </a:lnSpc>
              <a:buClr>
                <a:srgbClr val="0B5394"/>
              </a:buClr>
              <a:buSzPct val="90000"/>
              <a:buFont typeface="Wingdings 2" charset="2"/>
              <a:buChar char=""/>
              <a:tabLst>
                <a:tab pos="0" algn="l"/>
              </a:tabLst>
            </a:pPr>
            <a:r>
              <a:rPr lang="es-ES" sz="1600" b="0" strike="noStrike" spc="-1">
                <a:solidFill>
                  <a:srgbClr val="000000"/>
                </a:solidFill>
                <a:latin typeface="Calibri"/>
              </a:rPr>
              <a:t>Antes de profundizar un poco más, un detalle sobre la puntuación. La notación para los pseudo-elementos (según CSS3) debería ser dos dos puntos pero con uno sólo también funciona correctamente (</a:t>
            </a:r>
            <a:r>
              <a:rPr lang="es-ES" sz="1600" b="1" strike="noStrike" spc="-1">
                <a:solidFill>
                  <a:srgbClr val="000000"/>
                </a:solidFill>
                <a:latin typeface="Calibri"/>
              </a:rPr>
              <a:t>:before ó ::before</a:t>
            </a:r>
            <a:r>
              <a:rPr lang="es-ES" sz="1600" b="0" strike="noStrike" spc="-1">
                <a:solidFill>
                  <a:srgbClr val="000000"/>
                </a:solidFill>
                <a:latin typeface="Calibri"/>
              </a:rPr>
              <a:t>). </a:t>
            </a:r>
            <a:endParaRPr lang="es-ES" sz="1600" b="0" strike="noStrike" spc="-1">
              <a:solidFill>
                <a:srgbClr val="000000"/>
              </a:solidFill>
              <a:latin typeface="Constantia"/>
            </a:endParaRPr>
          </a:p>
        </p:txBody>
      </p:sp>
      <p:sp>
        <p:nvSpPr>
          <p:cNvPr id="222" name="Marcador de número de diapositiva 4"/>
          <p:cNvSpPr txBox="1"/>
          <p:nvPr/>
        </p:nvSpPr>
        <p:spPr>
          <a:xfrm>
            <a:off x="7924680" y="6356520"/>
            <a:ext cx="761760" cy="364680"/>
          </a:xfrm>
          <a:prstGeom prst="rect">
            <a:avLst/>
          </a:prstGeom>
          <a:noFill/>
          <a:ln w="0">
            <a:noFill/>
          </a:ln>
        </p:spPr>
        <p:txBody>
          <a:bodyPr lIns="0" tIns="0" rIns="0" bIns="0" anchor="b">
            <a:noAutofit/>
          </a:bodyPr>
          <a:lstStyle/>
          <a:p>
            <a:pPr algn="r">
              <a:lnSpc>
                <a:spcPct val="100000"/>
              </a:lnSpc>
            </a:pPr>
            <a:fld id="{5E88298C-584B-4CD8-9EB0-F8CE6EF58861}" type="slidenum">
              <a:rPr lang="es-ES" sz="1200" b="0" strike="noStrike" spc="-1">
                <a:solidFill>
                  <a:srgbClr val="035C75"/>
                </a:solidFill>
                <a:latin typeface="Constantia"/>
              </a:rPr>
              <a:t>31</a:t>
            </a:fld>
            <a:endParaRPr lang="es-ES" sz="1200" b="0" strike="noStrike" spc="-1">
              <a:latin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 name="Título 1"/>
          <p:cNvSpPr txBox="1"/>
          <p:nvPr/>
        </p:nvSpPr>
        <p:spPr>
          <a:xfrm>
            <a:off x="457200" y="332640"/>
            <a:ext cx="8506800" cy="1142640"/>
          </a:xfrm>
          <a:prstGeom prst="rect">
            <a:avLst/>
          </a:prstGeom>
          <a:noFill/>
          <a:ln w="0">
            <a:noFill/>
          </a:ln>
        </p:spPr>
        <p:txBody>
          <a:bodyPr lIns="0" tIns="45000" rIns="0" bIns="0" anchor="b">
            <a:normAutofit/>
          </a:bodyPr>
          <a:lstStyle/>
          <a:p>
            <a:pPr>
              <a:lnSpc>
                <a:spcPct val="100000"/>
              </a:lnSpc>
            </a:pPr>
            <a:r>
              <a:rPr lang="es-ES" sz="4000" b="0" strike="noStrike" spc="-1">
                <a:solidFill>
                  <a:srgbClr val="04617B"/>
                </a:solidFill>
                <a:latin typeface="Calibri"/>
              </a:rPr>
              <a:t>Selectores avanzados</a:t>
            </a:r>
            <a:endParaRPr lang="es-ES" sz="4000" b="0" strike="noStrike" spc="-1">
              <a:solidFill>
                <a:srgbClr val="000000"/>
              </a:solidFill>
              <a:latin typeface="Constantia"/>
            </a:endParaRPr>
          </a:p>
        </p:txBody>
      </p:sp>
      <p:sp>
        <p:nvSpPr>
          <p:cNvPr id="224" name="Marcador de contenido 2"/>
          <p:cNvSpPr txBox="1"/>
          <p:nvPr/>
        </p:nvSpPr>
        <p:spPr>
          <a:xfrm>
            <a:off x="467640" y="1556640"/>
            <a:ext cx="7920360" cy="4968360"/>
          </a:xfrm>
          <a:prstGeom prst="rect">
            <a:avLst/>
          </a:prstGeom>
          <a:noFill/>
          <a:ln w="0">
            <a:noFill/>
          </a:ln>
        </p:spPr>
        <p:txBody>
          <a:bodyPr lIns="90000" tIns="45000" rIns="90000" bIns="45000">
            <a:noAutofit/>
          </a:bodyPr>
          <a:lstStyle/>
          <a:p>
            <a:pPr>
              <a:lnSpc>
                <a:spcPct val="120000"/>
              </a:lnSpc>
              <a:spcAft>
                <a:spcPts val="601"/>
              </a:spcAft>
              <a:tabLst>
                <a:tab pos="0" algn="l"/>
              </a:tabLst>
            </a:pPr>
            <a:r>
              <a:rPr lang="es-ES" sz="2400" b="1" strike="noStrike" spc="-1">
                <a:solidFill>
                  <a:srgbClr val="000000"/>
                </a:solidFill>
                <a:latin typeface="Calibri"/>
              </a:rPr>
              <a:t>Pseudo-elementos</a:t>
            </a:r>
            <a:endParaRPr lang="es-ES" sz="2400" b="0" strike="noStrike" spc="-1">
              <a:solidFill>
                <a:srgbClr val="000000"/>
              </a:solidFill>
              <a:latin typeface="Constantia"/>
            </a:endParaRPr>
          </a:p>
          <a:p>
            <a:pPr marL="480960" lvl="2" indent="-285480" algn="just">
              <a:lnSpc>
                <a:spcPct val="100000"/>
              </a:lnSpc>
              <a:buClr>
                <a:srgbClr val="0B5394"/>
              </a:buClr>
              <a:buSzPct val="90000"/>
              <a:buFont typeface="Wingdings 2" charset="2"/>
              <a:buChar char=""/>
              <a:tabLst>
                <a:tab pos="0" algn="l"/>
              </a:tabLst>
            </a:pPr>
            <a:r>
              <a:rPr lang="es-ES" sz="1600" b="0" strike="noStrike" spc="-1">
                <a:solidFill>
                  <a:srgbClr val="000000"/>
                </a:solidFill>
                <a:latin typeface="Calibri"/>
              </a:rPr>
              <a:t>El pseudo-elemento :</a:t>
            </a:r>
            <a:r>
              <a:rPr lang="es-ES" sz="1600" b="1" strike="noStrike" spc="-1">
                <a:solidFill>
                  <a:srgbClr val="000000"/>
                </a:solidFill>
                <a:latin typeface="Calibri"/>
              </a:rPr>
              <a:t>:first-line </a:t>
            </a:r>
            <a:r>
              <a:rPr lang="es-ES" sz="1600" b="0" strike="noStrike" spc="-1">
                <a:solidFill>
                  <a:srgbClr val="000000"/>
                </a:solidFill>
                <a:latin typeface="Calibri"/>
              </a:rPr>
              <a:t>permite seleccionar la primera línea de texto de un elemento. Así, la siguiente regla CSS muestra en mayúsculas la primera línea de cada párrafo:</a:t>
            </a:r>
            <a:endParaRPr lang="es-ES" sz="1600" b="0" strike="noStrike" spc="-1">
              <a:solidFill>
                <a:srgbClr val="000000"/>
              </a:solidFill>
              <a:latin typeface="Constantia"/>
            </a:endParaRPr>
          </a:p>
          <a:p>
            <a:endParaRPr lang="es-ES" sz="1600" b="0" strike="noStrike" spc="-1">
              <a:solidFill>
                <a:srgbClr val="000000"/>
              </a:solidFill>
              <a:latin typeface="Constantia"/>
            </a:endParaRPr>
          </a:p>
          <a:p>
            <a:endParaRPr lang="es-ES" sz="1600" b="0" strike="noStrike" spc="-1">
              <a:solidFill>
                <a:srgbClr val="000000"/>
              </a:solidFill>
              <a:latin typeface="Constantia"/>
            </a:endParaRPr>
          </a:p>
          <a:p>
            <a:pPr marL="195120" algn="just">
              <a:lnSpc>
                <a:spcPct val="100000"/>
              </a:lnSpc>
              <a:tabLst>
                <a:tab pos="0" algn="l"/>
              </a:tabLst>
            </a:pPr>
            <a:endParaRPr lang="es-ES" sz="1600" b="0" strike="noStrike" spc="-1">
              <a:solidFill>
                <a:srgbClr val="000000"/>
              </a:solidFill>
              <a:latin typeface="Constantia"/>
            </a:endParaRPr>
          </a:p>
          <a:p>
            <a:pPr marL="480960" lvl="2" indent="-285480" algn="just">
              <a:lnSpc>
                <a:spcPct val="100000"/>
              </a:lnSpc>
              <a:buClr>
                <a:srgbClr val="0B5394"/>
              </a:buClr>
              <a:buSzPct val="90000"/>
              <a:buFont typeface="Wingdings 2" charset="2"/>
              <a:buChar char=""/>
              <a:tabLst>
                <a:tab pos="0" algn="l"/>
              </a:tabLst>
            </a:pPr>
            <a:r>
              <a:rPr lang="es-ES" sz="1600" b="0" strike="noStrike" spc="-1">
                <a:solidFill>
                  <a:srgbClr val="000000"/>
                </a:solidFill>
                <a:latin typeface="Calibri"/>
              </a:rPr>
              <a:t>El pseudo-elemento :</a:t>
            </a:r>
            <a:r>
              <a:rPr lang="es-ES" sz="1600" b="1" strike="noStrike" spc="-1">
                <a:solidFill>
                  <a:srgbClr val="000000"/>
                </a:solidFill>
                <a:latin typeface="Calibri"/>
              </a:rPr>
              <a:t>:first-letter </a:t>
            </a:r>
            <a:r>
              <a:rPr lang="es-ES" sz="1600" b="0" strike="noStrike" spc="-1">
                <a:solidFill>
                  <a:srgbClr val="000000"/>
                </a:solidFill>
                <a:latin typeface="Calibri"/>
              </a:rPr>
              <a:t>permite seleccionar la primera letra de la primera línea de texto de un elemento</a:t>
            </a:r>
            <a:endParaRPr lang="es-ES" sz="1600" b="0" strike="noStrike" spc="-1">
              <a:solidFill>
                <a:srgbClr val="000000"/>
              </a:solidFill>
              <a:latin typeface="Constantia"/>
            </a:endParaRPr>
          </a:p>
          <a:p>
            <a:pPr marL="480960" lvl="2" indent="-285480" algn="just">
              <a:lnSpc>
                <a:spcPct val="100000"/>
              </a:lnSpc>
              <a:buClr>
                <a:srgbClr val="0B5394"/>
              </a:buClr>
              <a:buSzPct val="90000"/>
              <a:buFont typeface="Wingdings 2" charset="2"/>
              <a:buChar char=""/>
              <a:tabLst>
                <a:tab pos="0" algn="l"/>
              </a:tabLst>
            </a:pPr>
            <a:r>
              <a:rPr lang="es-ES" sz="1600" b="0" strike="noStrike" spc="-1">
                <a:solidFill>
                  <a:srgbClr val="000000"/>
                </a:solidFill>
                <a:latin typeface="Calibri"/>
              </a:rPr>
              <a:t>Los pseudo-elementos :</a:t>
            </a:r>
            <a:r>
              <a:rPr lang="es-ES" sz="1600" b="1" strike="noStrike" spc="-1">
                <a:solidFill>
                  <a:srgbClr val="000000"/>
                </a:solidFill>
                <a:latin typeface="Calibri"/>
              </a:rPr>
              <a:t>:before </a:t>
            </a:r>
            <a:r>
              <a:rPr lang="es-ES" sz="1600" b="0" strike="noStrike" spc="-1">
                <a:solidFill>
                  <a:srgbClr val="000000"/>
                </a:solidFill>
                <a:latin typeface="Calibri"/>
              </a:rPr>
              <a:t>y :</a:t>
            </a:r>
            <a:r>
              <a:rPr lang="es-ES" sz="1600" b="1" strike="noStrike" spc="-1">
                <a:solidFill>
                  <a:srgbClr val="000000"/>
                </a:solidFill>
                <a:latin typeface="Calibri"/>
              </a:rPr>
              <a:t>:after </a:t>
            </a:r>
            <a:r>
              <a:rPr lang="es-ES" sz="1600" b="0" strike="noStrike" spc="-1">
                <a:solidFill>
                  <a:srgbClr val="000000"/>
                </a:solidFill>
                <a:latin typeface="Calibri"/>
              </a:rPr>
              <a:t>se utilizan en combinación con la propiedad content de CSS para añadir contenidos antes o después del contenido original de un elemento.</a:t>
            </a:r>
            <a:endParaRPr lang="es-ES" sz="1600" b="0" strike="noStrike" spc="-1">
              <a:solidFill>
                <a:srgbClr val="000000"/>
              </a:solidFill>
              <a:latin typeface="Constantia"/>
            </a:endParaRPr>
          </a:p>
          <a:p>
            <a:pPr marL="480960" lvl="2" indent="-285480" algn="just">
              <a:lnSpc>
                <a:spcPct val="100000"/>
              </a:lnSpc>
              <a:buClr>
                <a:srgbClr val="0B5394"/>
              </a:buClr>
              <a:buSzPct val="90000"/>
              <a:buFont typeface="Wingdings 2" charset="2"/>
              <a:buChar char=""/>
              <a:tabLst>
                <a:tab pos="0" algn="l"/>
              </a:tabLst>
            </a:pPr>
            <a:r>
              <a:rPr lang="es-ES" sz="1600" b="0" strike="noStrike" spc="-1">
                <a:solidFill>
                  <a:srgbClr val="000000"/>
                </a:solidFill>
                <a:latin typeface="Calibri"/>
              </a:rPr>
              <a:t>En el siguiente ejemplo se CSS añaden el texto “Capítulo –” delante de cada título de sección &lt;h1&gt; y el carácter “ .”  detrás de cada párrafo de la página:</a:t>
            </a:r>
            <a:endParaRPr lang="es-ES" sz="1600" b="0" strike="noStrike" spc="-1">
              <a:solidFill>
                <a:srgbClr val="000000"/>
              </a:solidFill>
              <a:latin typeface="Constantia"/>
            </a:endParaRPr>
          </a:p>
          <a:p>
            <a:endParaRPr lang="es-ES" sz="1600" b="0" strike="noStrike" spc="-1">
              <a:solidFill>
                <a:srgbClr val="000000"/>
              </a:solidFill>
              <a:latin typeface="Constantia"/>
            </a:endParaRPr>
          </a:p>
          <a:p>
            <a:endParaRPr lang="es-ES" sz="1600" b="0" strike="noStrike" spc="-1">
              <a:solidFill>
                <a:srgbClr val="000000"/>
              </a:solidFill>
              <a:latin typeface="Constantia"/>
            </a:endParaRPr>
          </a:p>
          <a:p>
            <a:endParaRPr lang="es-ES" sz="1600" b="0" strike="noStrike" spc="-1">
              <a:solidFill>
                <a:srgbClr val="000000"/>
              </a:solidFill>
              <a:latin typeface="Constantia"/>
            </a:endParaRPr>
          </a:p>
          <a:p>
            <a:endParaRPr lang="es-ES" sz="1600" b="0" strike="noStrike" spc="-1">
              <a:solidFill>
                <a:srgbClr val="000000"/>
              </a:solidFill>
              <a:latin typeface="Constantia"/>
            </a:endParaRPr>
          </a:p>
          <a:p>
            <a:endParaRPr lang="es-ES" sz="1600" b="0" strike="noStrike" spc="-1">
              <a:solidFill>
                <a:srgbClr val="000000"/>
              </a:solidFill>
              <a:latin typeface="Constantia"/>
            </a:endParaRPr>
          </a:p>
        </p:txBody>
      </p:sp>
      <p:sp>
        <p:nvSpPr>
          <p:cNvPr id="225" name="Marcador de número de diapositiva 4"/>
          <p:cNvSpPr txBox="1"/>
          <p:nvPr/>
        </p:nvSpPr>
        <p:spPr>
          <a:xfrm>
            <a:off x="7924680" y="6356520"/>
            <a:ext cx="761760" cy="364680"/>
          </a:xfrm>
          <a:prstGeom prst="rect">
            <a:avLst/>
          </a:prstGeom>
          <a:noFill/>
          <a:ln w="0">
            <a:noFill/>
          </a:ln>
        </p:spPr>
        <p:txBody>
          <a:bodyPr lIns="0" tIns="0" rIns="0" bIns="0" anchor="b">
            <a:noAutofit/>
          </a:bodyPr>
          <a:lstStyle/>
          <a:p>
            <a:pPr algn="r">
              <a:lnSpc>
                <a:spcPct val="100000"/>
              </a:lnSpc>
            </a:pPr>
            <a:fld id="{C874A368-6DEB-4EBE-9921-1A0DFAF47AA9}" type="slidenum">
              <a:rPr lang="es-ES" sz="1200" b="0" strike="noStrike" spc="-1">
                <a:solidFill>
                  <a:srgbClr val="035C75"/>
                </a:solidFill>
                <a:latin typeface="Constantia"/>
              </a:rPr>
              <a:t>32</a:t>
            </a:fld>
            <a:endParaRPr lang="es-ES" sz="1200" b="0" strike="noStrike" spc="-1">
              <a:latin typeface="Times New Roman"/>
            </a:endParaRPr>
          </a:p>
        </p:txBody>
      </p:sp>
      <p:sp>
        <p:nvSpPr>
          <p:cNvPr id="226" name="Text Box 4"/>
          <p:cNvSpPr/>
          <p:nvPr/>
        </p:nvSpPr>
        <p:spPr>
          <a:xfrm>
            <a:off x="1146600" y="5373360"/>
            <a:ext cx="7128360" cy="516600"/>
          </a:xfrm>
          <a:prstGeom prst="rect">
            <a:avLst/>
          </a:prstGeom>
          <a:solidFill>
            <a:srgbClr val="FFFFFF"/>
          </a:solidFill>
          <a:ln w="3175">
            <a:solidFill>
              <a:srgbClr val="009DD9"/>
            </a:solidFill>
            <a:prstDash val="dash"/>
            <a:round/>
          </a:ln>
        </p:spPr>
        <p:style>
          <a:lnRef idx="2">
            <a:schemeClr val="accent2"/>
          </a:lnRef>
          <a:fillRef idx="1">
            <a:schemeClr val="lt1"/>
          </a:fillRef>
          <a:effectRef idx="0">
            <a:schemeClr val="accent2"/>
          </a:effectRef>
          <a:fontRef idx="minor"/>
        </p:style>
        <p:txBody>
          <a:bodyPr lIns="90000" tIns="45000" rIns="90000" bIns="45000">
            <a:spAutoFit/>
          </a:bodyPr>
          <a:lstStyle/>
          <a:p>
            <a:pPr marL="266760" indent="-266400">
              <a:lnSpc>
                <a:spcPct val="100000"/>
              </a:lnSpc>
              <a:tabLst>
                <a:tab pos="0" algn="l"/>
              </a:tabLst>
            </a:pPr>
            <a:r>
              <a:rPr lang="es-ES" sz="1400" b="0" strike="noStrike" spc="-1">
                <a:solidFill>
                  <a:srgbClr val="000000"/>
                </a:solidFill>
                <a:latin typeface="Courier New"/>
              </a:rPr>
              <a:t>h1::before { content: "Capítulo - "; }</a:t>
            </a:r>
            <a:endParaRPr lang="es-ES" sz="1400" b="0" strike="noStrike" spc="-1">
              <a:latin typeface="Arial"/>
            </a:endParaRPr>
          </a:p>
          <a:p>
            <a:pPr marL="266760" indent="-266400">
              <a:lnSpc>
                <a:spcPct val="100000"/>
              </a:lnSpc>
              <a:tabLst>
                <a:tab pos="0" algn="l"/>
              </a:tabLst>
            </a:pPr>
            <a:r>
              <a:rPr lang="es-ES" sz="1400" b="0" strike="noStrike" spc="-1">
                <a:solidFill>
                  <a:srgbClr val="000000"/>
                </a:solidFill>
                <a:latin typeface="Courier New"/>
              </a:rPr>
              <a:t>p::after   { content: "."; }</a:t>
            </a:r>
            <a:endParaRPr lang="es-ES" sz="1400" b="0" strike="noStrike" spc="-1">
              <a:latin typeface="Arial"/>
            </a:endParaRPr>
          </a:p>
        </p:txBody>
      </p:sp>
      <p:sp>
        <p:nvSpPr>
          <p:cNvPr id="227" name="Text Box 4"/>
          <p:cNvSpPr/>
          <p:nvPr/>
        </p:nvSpPr>
        <p:spPr>
          <a:xfrm>
            <a:off x="1115640" y="2907720"/>
            <a:ext cx="7128360" cy="516600"/>
          </a:xfrm>
          <a:prstGeom prst="rect">
            <a:avLst/>
          </a:prstGeom>
          <a:solidFill>
            <a:srgbClr val="FFFFFF"/>
          </a:solidFill>
          <a:ln w="3175">
            <a:solidFill>
              <a:srgbClr val="009DD9"/>
            </a:solidFill>
            <a:prstDash val="dash"/>
            <a:round/>
          </a:ln>
        </p:spPr>
        <p:style>
          <a:lnRef idx="2">
            <a:schemeClr val="accent2"/>
          </a:lnRef>
          <a:fillRef idx="1">
            <a:schemeClr val="lt1"/>
          </a:fillRef>
          <a:effectRef idx="0">
            <a:schemeClr val="accent2"/>
          </a:effectRef>
          <a:fontRef idx="minor"/>
        </p:style>
        <p:txBody>
          <a:bodyPr lIns="90000" tIns="45000" rIns="90000" bIns="45000">
            <a:spAutoFit/>
          </a:bodyPr>
          <a:lstStyle/>
          <a:p>
            <a:pPr marL="266760" indent="-266400">
              <a:lnSpc>
                <a:spcPct val="100000"/>
              </a:lnSpc>
              <a:tabLst>
                <a:tab pos="0" algn="l"/>
              </a:tabLst>
            </a:pPr>
            <a:r>
              <a:rPr lang="es-ES" sz="1400" b="0" strike="noStrike" spc="-1">
                <a:solidFill>
                  <a:srgbClr val="000000"/>
                </a:solidFill>
                <a:latin typeface="Courier New"/>
              </a:rPr>
              <a:t>/* Selecciona los enlaces que no han sido visitado */</a:t>
            </a:r>
            <a:endParaRPr lang="es-ES" sz="1400" b="0" strike="noStrike" spc="-1">
              <a:latin typeface="Arial"/>
            </a:endParaRPr>
          </a:p>
          <a:p>
            <a:pPr marL="266760" indent="-266400">
              <a:lnSpc>
                <a:spcPct val="100000"/>
              </a:lnSpc>
              <a:tabLst>
                <a:tab pos="0" algn="l"/>
              </a:tabLst>
            </a:pPr>
            <a:r>
              <a:rPr lang="en-US" sz="1400" b="0" strike="noStrike" spc="-1">
                <a:solidFill>
                  <a:srgbClr val="000000"/>
                </a:solidFill>
                <a:latin typeface="Courier New"/>
              </a:rPr>
              <a:t>p::first-line { text-transform: uppercase; }</a:t>
            </a:r>
            <a:endParaRPr lang="es-ES" sz="1400" b="0" strike="noStrike" spc="-1">
              <a:latin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 name="Título 1"/>
          <p:cNvSpPr txBox="1"/>
          <p:nvPr/>
        </p:nvSpPr>
        <p:spPr>
          <a:xfrm>
            <a:off x="457200" y="332640"/>
            <a:ext cx="8506800" cy="1142640"/>
          </a:xfrm>
          <a:prstGeom prst="rect">
            <a:avLst/>
          </a:prstGeom>
          <a:noFill/>
          <a:ln w="0">
            <a:noFill/>
          </a:ln>
        </p:spPr>
        <p:txBody>
          <a:bodyPr lIns="0" tIns="45000" rIns="0" bIns="0" anchor="b">
            <a:normAutofit/>
          </a:bodyPr>
          <a:lstStyle/>
          <a:p>
            <a:pPr>
              <a:lnSpc>
                <a:spcPct val="100000"/>
              </a:lnSpc>
            </a:pPr>
            <a:r>
              <a:rPr lang="es-ES" sz="4000" b="0" strike="noStrike" spc="-1">
                <a:solidFill>
                  <a:srgbClr val="04617B"/>
                </a:solidFill>
                <a:latin typeface="Calibri"/>
              </a:rPr>
              <a:t>Selectores avanzados</a:t>
            </a:r>
            <a:endParaRPr lang="es-ES" sz="4000" b="0" strike="noStrike" spc="-1">
              <a:solidFill>
                <a:srgbClr val="000000"/>
              </a:solidFill>
              <a:latin typeface="Constantia"/>
            </a:endParaRPr>
          </a:p>
        </p:txBody>
      </p:sp>
      <p:sp>
        <p:nvSpPr>
          <p:cNvPr id="229" name="Marcador de contenido 2"/>
          <p:cNvSpPr txBox="1"/>
          <p:nvPr/>
        </p:nvSpPr>
        <p:spPr>
          <a:xfrm>
            <a:off x="467640" y="1556640"/>
            <a:ext cx="7920360" cy="4968360"/>
          </a:xfrm>
          <a:prstGeom prst="rect">
            <a:avLst/>
          </a:prstGeom>
          <a:noFill/>
          <a:ln w="0">
            <a:noFill/>
          </a:ln>
        </p:spPr>
        <p:txBody>
          <a:bodyPr lIns="90000" tIns="45000" rIns="90000" bIns="45000">
            <a:noAutofit/>
          </a:bodyPr>
          <a:lstStyle/>
          <a:p>
            <a:pPr>
              <a:lnSpc>
                <a:spcPct val="120000"/>
              </a:lnSpc>
              <a:spcAft>
                <a:spcPts val="601"/>
              </a:spcAft>
              <a:tabLst>
                <a:tab pos="0" algn="l"/>
              </a:tabLst>
            </a:pPr>
            <a:r>
              <a:rPr lang="es-ES" sz="2400" b="1" strike="noStrike" spc="-1">
                <a:solidFill>
                  <a:srgbClr val="000000"/>
                </a:solidFill>
                <a:latin typeface="Calibri"/>
              </a:rPr>
              <a:t>Pseudo-elementos</a:t>
            </a:r>
            <a:endParaRPr lang="es-ES" sz="2400" b="0" strike="noStrike" spc="-1">
              <a:solidFill>
                <a:srgbClr val="000000"/>
              </a:solidFill>
              <a:latin typeface="Constantia"/>
            </a:endParaRPr>
          </a:p>
          <a:p>
            <a:pPr marL="480960" lvl="2" indent="-285480" algn="just">
              <a:lnSpc>
                <a:spcPct val="100000"/>
              </a:lnSpc>
              <a:buClr>
                <a:srgbClr val="0B5394"/>
              </a:buClr>
              <a:buSzPct val="90000"/>
              <a:buFont typeface="Wingdings 2" charset="2"/>
              <a:buChar char=""/>
              <a:tabLst>
                <a:tab pos="0" algn="l"/>
              </a:tabLst>
            </a:pPr>
            <a:r>
              <a:rPr lang="es-ES" sz="1600" b="0" strike="noStrike" spc="-1">
                <a:solidFill>
                  <a:srgbClr val="000000"/>
                </a:solidFill>
                <a:latin typeface="Calibri"/>
              </a:rPr>
              <a:t>El pseudo-elemento </a:t>
            </a:r>
            <a:r>
              <a:rPr lang="es-ES" sz="1600" b="1" strike="noStrike" spc="-1">
                <a:solidFill>
                  <a:srgbClr val="000000"/>
                </a:solidFill>
                <a:latin typeface="Calibri"/>
              </a:rPr>
              <a:t>::selection</a:t>
            </a:r>
            <a:r>
              <a:rPr lang="es-ES" sz="1600" b="0" strike="noStrike" spc="-1">
                <a:solidFill>
                  <a:srgbClr val="000000"/>
                </a:solidFill>
                <a:latin typeface="Calibri"/>
              </a:rPr>
              <a:t>, selecciona el texto que ha seleccionado un usuario con su ratón o teclado.</a:t>
            </a:r>
            <a:endParaRPr lang="es-ES" sz="1600" b="0" strike="noStrike" spc="-1">
              <a:solidFill>
                <a:srgbClr val="000000"/>
              </a:solidFill>
              <a:latin typeface="Constantia"/>
            </a:endParaRPr>
          </a:p>
          <a:p>
            <a:endParaRPr lang="es-ES" sz="1600" b="0" strike="noStrike" spc="-1">
              <a:solidFill>
                <a:srgbClr val="000000"/>
              </a:solidFill>
              <a:latin typeface="Constantia"/>
            </a:endParaRPr>
          </a:p>
          <a:p>
            <a:pPr marL="195120" algn="just">
              <a:lnSpc>
                <a:spcPct val="100000"/>
              </a:lnSpc>
              <a:tabLst>
                <a:tab pos="0" algn="l"/>
              </a:tabLst>
            </a:pPr>
            <a:endParaRPr lang="es-ES" sz="1600" b="0" strike="noStrike" spc="-1">
              <a:solidFill>
                <a:srgbClr val="000000"/>
              </a:solidFill>
              <a:latin typeface="Constantia"/>
            </a:endParaRPr>
          </a:p>
          <a:p>
            <a:endParaRPr lang="es-ES" sz="1600" b="0" strike="noStrike" spc="-1">
              <a:solidFill>
                <a:srgbClr val="000000"/>
              </a:solidFill>
              <a:latin typeface="Constantia"/>
            </a:endParaRPr>
          </a:p>
          <a:p>
            <a:endParaRPr lang="es-ES" sz="1600" b="0" strike="noStrike" spc="-1">
              <a:solidFill>
                <a:srgbClr val="000000"/>
              </a:solidFill>
              <a:latin typeface="Constantia"/>
            </a:endParaRPr>
          </a:p>
          <a:p>
            <a:endParaRPr lang="es-ES" sz="1600" b="0" strike="noStrike" spc="-1">
              <a:solidFill>
                <a:srgbClr val="000000"/>
              </a:solidFill>
              <a:latin typeface="Constantia"/>
            </a:endParaRPr>
          </a:p>
          <a:p>
            <a:endParaRPr lang="es-ES" sz="1600" b="0" strike="noStrike" spc="-1">
              <a:solidFill>
                <a:srgbClr val="000000"/>
              </a:solidFill>
              <a:latin typeface="Constantia"/>
            </a:endParaRPr>
          </a:p>
        </p:txBody>
      </p:sp>
      <p:sp>
        <p:nvSpPr>
          <p:cNvPr id="230" name="Marcador de número de diapositiva 4"/>
          <p:cNvSpPr txBox="1"/>
          <p:nvPr/>
        </p:nvSpPr>
        <p:spPr>
          <a:xfrm>
            <a:off x="7924680" y="6356520"/>
            <a:ext cx="761760" cy="364680"/>
          </a:xfrm>
          <a:prstGeom prst="rect">
            <a:avLst/>
          </a:prstGeom>
          <a:noFill/>
          <a:ln w="0">
            <a:noFill/>
          </a:ln>
        </p:spPr>
        <p:txBody>
          <a:bodyPr lIns="0" tIns="0" rIns="0" bIns="0" anchor="b">
            <a:noAutofit/>
          </a:bodyPr>
          <a:lstStyle/>
          <a:p>
            <a:pPr algn="r">
              <a:lnSpc>
                <a:spcPct val="100000"/>
              </a:lnSpc>
            </a:pPr>
            <a:fld id="{3995D5F9-CC68-4D38-B87D-2A2E7F62CFBC}" type="slidenum">
              <a:rPr lang="es-ES" sz="1200" b="0" strike="noStrike" spc="-1">
                <a:solidFill>
                  <a:srgbClr val="035C75"/>
                </a:solidFill>
                <a:latin typeface="Constantia"/>
              </a:rPr>
              <a:t>33</a:t>
            </a:fld>
            <a:endParaRPr lang="es-ES" sz="1200" b="0" strike="noStrike" spc="-1">
              <a:latin typeface="Times New Roman"/>
            </a:endParaRPr>
          </a:p>
        </p:txBody>
      </p:sp>
      <p:sp>
        <p:nvSpPr>
          <p:cNvPr id="231" name="Text Box 4"/>
          <p:cNvSpPr/>
          <p:nvPr/>
        </p:nvSpPr>
        <p:spPr>
          <a:xfrm>
            <a:off x="1115640" y="2907720"/>
            <a:ext cx="7128360" cy="516600"/>
          </a:xfrm>
          <a:prstGeom prst="rect">
            <a:avLst/>
          </a:prstGeom>
          <a:solidFill>
            <a:srgbClr val="FFFFFF"/>
          </a:solidFill>
          <a:ln w="3175">
            <a:solidFill>
              <a:srgbClr val="009DD9"/>
            </a:solidFill>
            <a:prstDash val="dash"/>
            <a:round/>
          </a:ln>
        </p:spPr>
        <p:style>
          <a:lnRef idx="2">
            <a:schemeClr val="accent2"/>
          </a:lnRef>
          <a:fillRef idx="1">
            <a:schemeClr val="lt1"/>
          </a:fillRef>
          <a:effectRef idx="0">
            <a:schemeClr val="accent2"/>
          </a:effectRef>
          <a:fontRef idx="minor"/>
        </p:style>
        <p:txBody>
          <a:bodyPr lIns="90000" tIns="45000" rIns="90000" bIns="45000">
            <a:spAutoFit/>
          </a:bodyPr>
          <a:lstStyle/>
          <a:p>
            <a:pPr marL="266760" indent="-266400">
              <a:lnSpc>
                <a:spcPct val="100000"/>
              </a:lnSpc>
              <a:tabLst>
                <a:tab pos="0" algn="l"/>
              </a:tabLst>
            </a:pPr>
            <a:r>
              <a:rPr lang="es-ES" sz="1400" b="0" strike="noStrike" spc="-1">
                <a:solidFill>
                  <a:srgbClr val="000000"/>
                </a:solidFill>
                <a:latin typeface="Courier New"/>
              </a:rPr>
              <a:t>/* Selecciona los enlaces que no han sido visitado */</a:t>
            </a:r>
            <a:endParaRPr lang="es-ES" sz="1400" b="0" strike="noStrike" spc="-1">
              <a:latin typeface="Arial"/>
            </a:endParaRPr>
          </a:p>
          <a:p>
            <a:pPr marL="266760" indent="-266400">
              <a:lnSpc>
                <a:spcPct val="100000"/>
              </a:lnSpc>
              <a:tabLst>
                <a:tab pos="0" algn="l"/>
              </a:tabLst>
            </a:pPr>
            <a:r>
              <a:rPr lang="en-US" sz="1400" b="0" strike="noStrike" spc="-1">
                <a:solidFill>
                  <a:srgbClr val="000000"/>
                </a:solidFill>
                <a:latin typeface="Courier New"/>
              </a:rPr>
              <a:t>*::selection { background-color:red; }</a:t>
            </a:r>
            <a:endParaRPr lang="es-ES" sz="1400" b="0" strike="noStrike" spc="-1">
              <a:latin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 name="Título 1"/>
          <p:cNvSpPr txBox="1"/>
          <p:nvPr/>
        </p:nvSpPr>
        <p:spPr>
          <a:xfrm>
            <a:off x="457200" y="332640"/>
            <a:ext cx="8506800" cy="1142640"/>
          </a:xfrm>
          <a:prstGeom prst="rect">
            <a:avLst/>
          </a:prstGeom>
          <a:noFill/>
          <a:ln w="0">
            <a:noFill/>
          </a:ln>
        </p:spPr>
        <p:txBody>
          <a:bodyPr lIns="0" tIns="45000" rIns="0" bIns="0" anchor="b">
            <a:normAutofit/>
          </a:bodyPr>
          <a:lstStyle/>
          <a:p>
            <a:pPr>
              <a:lnSpc>
                <a:spcPct val="100000"/>
              </a:lnSpc>
            </a:pPr>
            <a:r>
              <a:rPr lang="es-ES" sz="4000" b="0" strike="noStrike" spc="-1">
                <a:solidFill>
                  <a:srgbClr val="04617B"/>
                </a:solidFill>
                <a:latin typeface="Calibri"/>
              </a:rPr>
              <a:t>Selectores avanzados</a:t>
            </a:r>
            <a:endParaRPr lang="es-ES" sz="4000" b="0" strike="noStrike" spc="-1">
              <a:solidFill>
                <a:srgbClr val="000000"/>
              </a:solidFill>
              <a:latin typeface="Constantia"/>
            </a:endParaRPr>
          </a:p>
        </p:txBody>
      </p:sp>
      <p:sp>
        <p:nvSpPr>
          <p:cNvPr id="233" name="Marcador de contenido 2"/>
          <p:cNvSpPr txBox="1"/>
          <p:nvPr/>
        </p:nvSpPr>
        <p:spPr>
          <a:xfrm>
            <a:off x="467640" y="1556640"/>
            <a:ext cx="7920360" cy="4968360"/>
          </a:xfrm>
          <a:prstGeom prst="rect">
            <a:avLst/>
          </a:prstGeom>
          <a:noFill/>
          <a:ln w="0">
            <a:noFill/>
          </a:ln>
        </p:spPr>
        <p:txBody>
          <a:bodyPr lIns="90000" tIns="45000" rIns="90000" bIns="45000">
            <a:noAutofit/>
          </a:bodyPr>
          <a:lstStyle/>
          <a:p>
            <a:pPr>
              <a:lnSpc>
                <a:spcPct val="120000"/>
              </a:lnSpc>
              <a:spcAft>
                <a:spcPts val="601"/>
              </a:spcAft>
              <a:tabLst>
                <a:tab pos="0" algn="l"/>
              </a:tabLst>
            </a:pPr>
            <a:r>
              <a:rPr lang="es-ES" sz="2400" b="1" strike="noStrike" spc="-1">
                <a:solidFill>
                  <a:srgbClr val="000000"/>
                </a:solidFill>
                <a:latin typeface="Calibri"/>
              </a:rPr>
              <a:t>Pseudo-elementos</a:t>
            </a:r>
            <a:endParaRPr lang="es-ES" sz="2400" b="0" strike="noStrike" spc="-1">
              <a:solidFill>
                <a:srgbClr val="000000"/>
              </a:solidFill>
              <a:latin typeface="Constantia"/>
            </a:endParaRPr>
          </a:p>
          <a:p>
            <a:pPr>
              <a:lnSpc>
                <a:spcPct val="120000"/>
              </a:lnSpc>
              <a:spcAft>
                <a:spcPts val="601"/>
              </a:spcAft>
              <a:tabLst>
                <a:tab pos="0" algn="l"/>
              </a:tabLst>
            </a:pPr>
            <a:r>
              <a:rPr lang="es-ES" sz="1800" b="0" u="sng" strike="noStrike" spc="-1">
                <a:solidFill>
                  <a:srgbClr val="F49100"/>
                </a:solidFill>
                <a:uFillTx/>
                <a:latin typeface="Calibri"/>
                <a:hlinkClick r:id="rId2"/>
              </a:rPr>
              <a:t>https://www.w3schools.com/css/css_pseudo_elements.asp</a:t>
            </a:r>
            <a:endParaRPr lang="es-ES" sz="1800" b="0" strike="noStrike" spc="-1">
              <a:solidFill>
                <a:srgbClr val="000000"/>
              </a:solidFill>
              <a:latin typeface="Constantia"/>
            </a:endParaRPr>
          </a:p>
          <a:p>
            <a:pPr marL="195120" algn="just">
              <a:lnSpc>
                <a:spcPct val="100000"/>
              </a:lnSpc>
              <a:tabLst>
                <a:tab pos="0" algn="l"/>
              </a:tabLst>
            </a:pPr>
            <a:endParaRPr lang="es-ES" sz="1800" b="0" strike="noStrike" spc="-1">
              <a:solidFill>
                <a:srgbClr val="000000"/>
              </a:solidFill>
              <a:latin typeface="Constantia"/>
            </a:endParaRPr>
          </a:p>
          <a:p>
            <a:endParaRPr lang="es-ES" sz="1800" b="0" strike="noStrike" spc="-1">
              <a:solidFill>
                <a:srgbClr val="000000"/>
              </a:solidFill>
              <a:latin typeface="Constantia"/>
            </a:endParaRPr>
          </a:p>
          <a:p>
            <a:endParaRPr lang="es-ES" sz="1800" b="0" strike="noStrike" spc="-1">
              <a:solidFill>
                <a:srgbClr val="000000"/>
              </a:solidFill>
              <a:latin typeface="Constantia"/>
            </a:endParaRPr>
          </a:p>
          <a:p>
            <a:endParaRPr lang="es-ES" sz="1800" b="0" strike="noStrike" spc="-1">
              <a:solidFill>
                <a:srgbClr val="000000"/>
              </a:solidFill>
              <a:latin typeface="Constantia"/>
            </a:endParaRPr>
          </a:p>
          <a:p>
            <a:endParaRPr lang="es-ES" sz="1800" b="0" strike="noStrike" spc="-1">
              <a:solidFill>
                <a:srgbClr val="000000"/>
              </a:solidFill>
              <a:latin typeface="Constantia"/>
            </a:endParaRPr>
          </a:p>
        </p:txBody>
      </p:sp>
      <p:sp>
        <p:nvSpPr>
          <p:cNvPr id="234" name="Marcador de número de diapositiva 4"/>
          <p:cNvSpPr txBox="1"/>
          <p:nvPr/>
        </p:nvSpPr>
        <p:spPr>
          <a:xfrm>
            <a:off x="7924680" y="6356520"/>
            <a:ext cx="761760" cy="364680"/>
          </a:xfrm>
          <a:prstGeom prst="rect">
            <a:avLst/>
          </a:prstGeom>
          <a:noFill/>
          <a:ln w="0">
            <a:noFill/>
          </a:ln>
        </p:spPr>
        <p:txBody>
          <a:bodyPr lIns="0" tIns="0" rIns="0" bIns="0" anchor="b">
            <a:noAutofit/>
          </a:bodyPr>
          <a:lstStyle/>
          <a:p>
            <a:pPr algn="r">
              <a:lnSpc>
                <a:spcPct val="100000"/>
              </a:lnSpc>
            </a:pPr>
            <a:fld id="{DF28F46B-6796-46EB-BEAD-1E2BF33DB6C0}" type="slidenum">
              <a:rPr lang="es-ES" sz="1200" b="0" strike="noStrike" spc="-1">
                <a:solidFill>
                  <a:srgbClr val="035C75"/>
                </a:solidFill>
                <a:latin typeface="Constantia"/>
              </a:rPr>
              <a:t>34</a:t>
            </a:fld>
            <a:endParaRPr lang="es-ES" sz="1200" b="0" strike="noStrike" spc="-1">
              <a:latin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 name="Título 1"/>
          <p:cNvSpPr txBox="1"/>
          <p:nvPr/>
        </p:nvSpPr>
        <p:spPr>
          <a:xfrm>
            <a:off x="457200" y="332640"/>
            <a:ext cx="8506800" cy="1142640"/>
          </a:xfrm>
          <a:prstGeom prst="rect">
            <a:avLst/>
          </a:prstGeom>
          <a:noFill/>
          <a:ln w="0">
            <a:noFill/>
          </a:ln>
        </p:spPr>
        <p:txBody>
          <a:bodyPr lIns="0" tIns="45000" rIns="0" bIns="0" anchor="b">
            <a:normAutofit/>
          </a:bodyPr>
          <a:lstStyle/>
          <a:p>
            <a:pPr>
              <a:lnSpc>
                <a:spcPct val="100000"/>
              </a:lnSpc>
            </a:pPr>
            <a:r>
              <a:rPr lang="es-ES" sz="4000" b="0" strike="noStrike" spc="-1">
                <a:solidFill>
                  <a:srgbClr val="04617B"/>
                </a:solidFill>
                <a:latin typeface="Calibri"/>
              </a:rPr>
              <a:t>Herencia de reglas</a:t>
            </a:r>
            <a:endParaRPr lang="es-ES" sz="4000" b="0" strike="noStrike" spc="-1">
              <a:solidFill>
                <a:srgbClr val="000000"/>
              </a:solidFill>
              <a:latin typeface="Constantia"/>
            </a:endParaRPr>
          </a:p>
        </p:txBody>
      </p:sp>
      <p:sp>
        <p:nvSpPr>
          <p:cNvPr id="236" name="Marcador de contenido 2"/>
          <p:cNvSpPr txBox="1"/>
          <p:nvPr/>
        </p:nvSpPr>
        <p:spPr>
          <a:xfrm>
            <a:off x="467640" y="1556640"/>
            <a:ext cx="7920360" cy="4968360"/>
          </a:xfrm>
          <a:prstGeom prst="rect">
            <a:avLst/>
          </a:prstGeom>
          <a:noFill/>
          <a:ln w="0">
            <a:noFill/>
          </a:ln>
        </p:spPr>
        <p:txBody>
          <a:bodyPr lIns="90000" tIns="45000" rIns="90000" bIns="45000">
            <a:noAutofit/>
          </a:bodyPr>
          <a:lstStyle/>
          <a:p>
            <a:pPr marL="264960" indent="-264600" algn="just">
              <a:lnSpc>
                <a:spcPct val="120000"/>
              </a:lnSpc>
              <a:spcAft>
                <a:spcPts val="601"/>
              </a:spcAft>
              <a:buClr>
                <a:srgbClr val="0B5394"/>
              </a:buClr>
              <a:buSzPct val="95000"/>
              <a:buFont typeface="Wingdings 2" charset="2"/>
              <a:buChar char=""/>
            </a:pPr>
            <a:r>
              <a:rPr lang="es-ES" sz="2000" b="0" strike="noStrike" spc="-1">
                <a:solidFill>
                  <a:srgbClr val="000000"/>
                </a:solidFill>
                <a:latin typeface="Calibri"/>
              </a:rPr>
              <a:t>Algunas propiedades de los elementos se heredan de padre a hijo:</a:t>
            </a:r>
            <a:endParaRPr lang="es-ES" sz="2000" b="0" strike="noStrike" spc="-1">
              <a:solidFill>
                <a:srgbClr val="000000"/>
              </a:solidFill>
              <a:latin typeface="Constantia"/>
            </a:endParaRPr>
          </a:p>
          <a:p>
            <a:pPr marL="630720" lvl="1" indent="-264600" algn="just">
              <a:lnSpc>
                <a:spcPct val="120000"/>
              </a:lnSpc>
              <a:spcAft>
                <a:spcPts val="601"/>
              </a:spcAft>
              <a:buClr>
                <a:srgbClr val="0B5394"/>
              </a:buClr>
              <a:buSzPct val="85000"/>
              <a:buFont typeface="Wingdings 2" charset="2"/>
              <a:buChar char=""/>
            </a:pPr>
            <a:r>
              <a:rPr lang="es-ES" sz="1800" b="0" strike="noStrike" spc="-1">
                <a:solidFill>
                  <a:srgbClr val="000000"/>
                </a:solidFill>
                <a:latin typeface="Calibri"/>
              </a:rPr>
              <a:t>Color de la fuente</a:t>
            </a:r>
            <a:endParaRPr lang="es-ES" sz="1800" b="0" strike="noStrike" spc="-1">
              <a:solidFill>
                <a:srgbClr val="000000"/>
              </a:solidFill>
              <a:latin typeface="Constantia"/>
            </a:endParaRPr>
          </a:p>
          <a:p>
            <a:pPr marL="630720" lvl="1" indent="-264600" algn="just">
              <a:lnSpc>
                <a:spcPct val="120000"/>
              </a:lnSpc>
              <a:spcAft>
                <a:spcPts val="601"/>
              </a:spcAft>
              <a:buClr>
                <a:srgbClr val="0B5394"/>
              </a:buClr>
              <a:buSzPct val="85000"/>
              <a:buFont typeface="Wingdings 2" charset="2"/>
              <a:buChar char=""/>
            </a:pPr>
            <a:r>
              <a:rPr lang="es-ES" sz="1800" b="0" strike="noStrike" spc="-1">
                <a:solidFill>
                  <a:srgbClr val="000000"/>
                </a:solidFill>
                <a:latin typeface="Calibri"/>
              </a:rPr>
              <a:t>Tipo de fuente</a:t>
            </a:r>
            <a:endParaRPr lang="es-ES" sz="1800" b="0" strike="noStrike" spc="-1">
              <a:solidFill>
                <a:srgbClr val="000000"/>
              </a:solidFill>
              <a:latin typeface="Constantia"/>
            </a:endParaRPr>
          </a:p>
          <a:p>
            <a:pPr marL="630720" lvl="1" indent="-264600" algn="just">
              <a:lnSpc>
                <a:spcPct val="120000"/>
              </a:lnSpc>
              <a:spcAft>
                <a:spcPts val="601"/>
              </a:spcAft>
              <a:buClr>
                <a:srgbClr val="0B5394"/>
              </a:buClr>
              <a:buSzPct val="85000"/>
              <a:buFont typeface="Wingdings 2" charset="2"/>
              <a:buChar char=""/>
            </a:pPr>
            <a:r>
              <a:rPr lang="es-ES" sz="1800" b="0" strike="noStrike" spc="-1">
                <a:solidFill>
                  <a:srgbClr val="000000"/>
                </a:solidFill>
                <a:latin typeface="Calibri"/>
              </a:rPr>
              <a:t>…</a:t>
            </a:r>
            <a:endParaRPr lang="es-ES" sz="1800" b="0" strike="noStrike" spc="-1">
              <a:solidFill>
                <a:srgbClr val="000000"/>
              </a:solidFill>
              <a:latin typeface="Constantia"/>
            </a:endParaRPr>
          </a:p>
          <a:p>
            <a:pPr>
              <a:lnSpc>
                <a:spcPct val="120000"/>
              </a:lnSpc>
              <a:spcAft>
                <a:spcPts val="601"/>
              </a:spcAft>
            </a:pPr>
            <a:endParaRPr lang="es-ES" sz="1800" b="0" strike="noStrike" spc="-1">
              <a:solidFill>
                <a:srgbClr val="000000"/>
              </a:solidFill>
              <a:latin typeface="Constantia"/>
            </a:endParaRPr>
          </a:p>
          <a:p>
            <a:pPr>
              <a:lnSpc>
                <a:spcPct val="120000"/>
              </a:lnSpc>
              <a:spcAft>
                <a:spcPts val="601"/>
              </a:spcAft>
            </a:pPr>
            <a:endParaRPr lang="es-ES" sz="1800" b="0" strike="noStrike" spc="-1">
              <a:solidFill>
                <a:srgbClr val="000000"/>
              </a:solidFill>
              <a:latin typeface="Constantia"/>
            </a:endParaRPr>
          </a:p>
          <a:p>
            <a:endParaRPr lang="es-ES" sz="1800" b="0" strike="noStrike" spc="-1">
              <a:solidFill>
                <a:srgbClr val="000000"/>
              </a:solidFill>
              <a:latin typeface="Constantia"/>
            </a:endParaRPr>
          </a:p>
          <a:p>
            <a:pPr marL="365760">
              <a:lnSpc>
                <a:spcPct val="120000"/>
              </a:lnSpc>
              <a:spcAft>
                <a:spcPts val="601"/>
              </a:spcAft>
              <a:tabLst>
                <a:tab pos="0" algn="l"/>
              </a:tabLst>
            </a:pPr>
            <a:endParaRPr lang="es-ES" sz="1800" b="0" strike="noStrike" spc="-1">
              <a:solidFill>
                <a:srgbClr val="000000"/>
              </a:solidFill>
              <a:latin typeface="Constantia"/>
            </a:endParaRPr>
          </a:p>
        </p:txBody>
      </p:sp>
      <p:sp>
        <p:nvSpPr>
          <p:cNvPr id="237" name="Marcador de número de diapositiva 4"/>
          <p:cNvSpPr txBox="1"/>
          <p:nvPr/>
        </p:nvSpPr>
        <p:spPr>
          <a:xfrm>
            <a:off x="7924680" y="6356520"/>
            <a:ext cx="761760" cy="364680"/>
          </a:xfrm>
          <a:prstGeom prst="rect">
            <a:avLst/>
          </a:prstGeom>
          <a:noFill/>
          <a:ln w="0">
            <a:noFill/>
          </a:ln>
        </p:spPr>
        <p:txBody>
          <a:bodyPr lIns="0" tIns="0" rIns="0" bIns="0" anchor="b">
            <a:noAutofit/>
          </a:bodyPr>
          <a:lstStyle/>
          <a:p>
            <a:pPr algn="r">
              <a:lnSpc>
                <a:spcPct val="100000"/>
              </a:lnSpc>
            </a:pPr>
            <a:fld id="{B94BDA0A-1C2A-4D91-B568-3F7B2C1A59E2}" type="slidenum">
              <a:rPr lang="es-ES" sz="1200" b="0" strike="noStrike" spc="-1">
                <a:solidFill>
                  <a:srgbClr val="035C75"/>
                </a:solidFill>
                <a:latin typeface="Constantia"/>
              </a:rPr>
              <a:t>35</a:t>
            </a:fld>
            <a:endParaRPr lang="es-ES" sz="1200" b="0" strike="noStrike" spc="-1">
              <a:latin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 name="Título 1"/>
          <p:cNvSpPr txBox="1"/>
          <p:nvPr/>
        </p:nvSpPr>
        <p:spPr>
          <a:xfrm>
            <a:off x="457200" y="332640"/>
            <a:ext cx="8506800" cy="1142640"/>
          </a:xfrm>
          <a:prstGeom prst="rect">
            <a:avLst/>
          </a:prstGeom>
          <a:noFill/>
          <a:ln w="0">
            <a:noFill/>
          </a:ln>
        </p:spPr>
        <p:txBody>
          <a:bodyPr lIns="0" tIns="45000" rIns="0" bIns="0" anchor="b">
            <a:normAutofit/>
          </a:bodyPr>
          <a:lstStyle/>
          <a:p>
            <a:pPr>
              <a:lnSpc>
                <a:spcPct val="100000"/>
              </a:lnSpc>
            </a:pPr>
            <a:r>
              <a:rPr lang="es-ES" sz="4000" b="0" strike="noStrike" spc="-1">
                <a:solidFill>
                  <a:srgbClr val="04617B"/>
                </a:solidFill>
                <a:latin typeface="Calibri"/>
              </a:rPr>
              <a:t>Especificidad</a:t>
            </a:r>
            <a:endParaRPr lang="es-ES" sz="4000" b="0" strike="noStrike" spc="-1">
              <a:solidFill>
                <a:srgbClr val="000000"/>
              </a:solidFill>
              <a:latin typeface="Constantia"/>
            </a:endParaRPr>
          </a:p>
        </p:txBody>
      </p:sp>
      <p:sp>
        <p:nvSpPr>
          <p:cNvPr id="239" name="Marcador de contenido 2"/>
          <p:cNvSpPr txBox="1"/>
          <p:nvPr/>
        </p:nvSpPr>
        <p:spPr>
          <a:xfrm>
            <a:off x="467640" y="1556640"/>
            <a:ext cx="7920360" cy="4968360"/>
          </a:xfrm>
          <a:prstGeom prst="rect">
            <a:avLst/>
          </a:prstGeom>
          <a:noFill/>
          <a:ln w="0">
            <a:noFill/>
          </a:ln>
        </p:spPr>
        <p:txBody>
          <a:bodyPr lIns="90000" tIns="45000" rIns="90000" bIns="45000">
            <a:noAutofit/>
          </a:bodyPr>
          <a:lstStyle/>
          <a:p>
            <a:pPr marL="264960" indent="-264600" algn="just">
              <a:lnSpc>
                <a:spcPct val="120000"/>
              </a:lnSpc>
              <a:spcAft>
                <a:spcPts val="601"/>
              </a:spcAft>
              <a:buClr>
                <a:srgbClr val="0B5394"/>
              </a:buClr>
              <a:buSzPct val="95000"/>
              <a:buFont typeface="Wingdings 2" charset="2"/>
              <a:buChar char=""/>
            </a:pPr>
            <a:r>
              <a:rPr lang="es-ES" sz="2000" b="0" strike="noStrike" spc="-1">
                <a:solidFill>
                  <a:srgbClr val="000000"/>
                </a:solidFill>
                <a:latin typeface="Calibri"/>
              </a:rPr>
              <a:t>Cuanto más específico sea un selector, más importancia tiene su regla asociada, es decir, es caso de colisión de estilos es la que se aplica.</a:t>
            </a:r>
            <a:endParaRPr lang="es-ES" sz="2000" b="0" strike="noStrike" spc="-1">
              <a:solidFill>
                <a:srgbClr val="000000"/>
              </a:solidFill>
              <a:latin typeface="Constantia"/>
            </a:endParaRPr>
          </a:p>
          <a:p>
            <a:pPr marL="264960" indent="-264600">
              <a:lnSpc>
                <a:spcPct val="120000"/>
              </a:lnSpc>
              <a:spcAft>
                <a:spcPts val="601"/>
              </a:spcAft>
              <a:buClr>
                <a:srgbClr val="0B5394"/>
              </a:buClr>
              <a:buSzPct val="95000"/>
              <a:buFont typeface="Wingdings 2" charset="2"/>
              <a:buChar char=""/>
            </a:pPr>
            <a:r>
              <a:rPr lang="es-ES" sz="2000" b="0" strike="noStrike" spc="-1">
                <a:solidFill>
                  <a:srgbClr val="000000"/>
                </a:solidFill>
                <a:latin typeface="Calibri"/>
              </a:rPr>
              <a:t>A igual especificidad, se considera la última regla indicada.</a:t>
            </a:r>
            <a:endParaRPr lang="es-ES" sz="2000" b="0" strike="noStrike" spc="-1">
              <a:solidFill>
                <a:srgbClr val="000000"/>
              </a:solidFill>
              <a:latin typeface="Constantia"/>
            </a:endParaRPr>
          </a:p>
          <a:p>
            <a:pPr marL="264960" indent="-264600">
              <a:lnSpc>
                <a:spcPct val="120000"/>
              </a:lnSpc>
              <a:spcAft>
                <a:spcPts val="601"/>
              </a:spcAft>
              <a:buClr>
                <a:srgbClr val="0B5394"/>
              </a:buClr>
              <a:buSzPct val="95000"/>
              <a:buFont typeface="Wingdings 2" charset="2"/>
              <a:buChar char=""/>
            </a:pPr>
            <a:r>
              <a:rPr lang="es-ES" sz="2000" b="0" strike="noStrike" spc="-1">
                <a:solidFill>
                  <a:srgbClr val="000000"/>
                </a:solidFill>
                <a:latin typeface="Calibri"/>
              </a:rPr>
              <a:t>¿Cómo se calcula la Especificidad?.</a:t>
            </a:r>
            <a:endParaRPr lang="es-ES" sz="2000" b="0" strike="noStrike" spc="-1">
              <a:solidFill>
                <a:srgbClr val="000000"/>
              </a:solidFill>
              <a:latin typeface="Constantia"/>
            </a:endParaRPr>
          </a:p>
          <a:p>
            <a:pPr>
              <a:lnSpc>
                <a:spcPct val="120000"/>
              </a:lnSpc>
              <a:spcAft>
                <a:spcPts val="601"/>
              </a:spcAft>
            </a:pPr>
            <a:endParaRPr lang="es-ES" sz="2000" b="0" strike="noStrike" spc="-1">
              <a:solidFill>
                <a:srgbClr val="000000"/>
              </a:solidFill>
              <a:latin typeface="Constantia"/>
            </a:endParaRPr>
          </a:p>
          <a:p>
            <a:pPr>
              <a:lnSpc>
                <a:spcPct val="120000"/>
              </a:lnSpc>
              <a:spcAft>
                <a:spcPts val="601"/>
              </a:spcAft>
            </a:pPr>
            <a:endParaRPr lang="es-ES" sz="2000" b="0" strike="noStrike" spc="-1">
              <a:solidFill>
                <a:srgbClr val="000000"/>
              </a:solidFill>
              <a:latin typeface="Constantia"/>
            </a:endParaRPr>
          </a:p>
          <a:p>
            <a:pPr>
              <a:lnSpc>
                <a:spcPct val="120000"/>
              </a:lnSpc>
              <a:spcAft>
                <a:spcPts val="601"/>
              </a:spcAft>
            </a:pPr>
            <a:endParaRPr lang="es-ES" sz="2000" b="0" strike="noStrike" spc="-1">
              <a:solidFill>
                <a:srgbClr val="000000"/>
              </a:solidFill>
              <a:latin typeface="Constantia"/>
            </a:endParaRPr>
          </a:p>
          <a:p>
            <a:pPr marL="264960" indent="-264600" algn="just">
              <a:lnSpc>
                <a:spcPct val="120000"/>
              </a:lnSpc>
              <a:spcBef>
                <a:spcPts val="601"/>
              </a:spcBef>
              <a:buClr>
                <a:srgbClr val="0B5394"/>
              </a:buClr>
              <a:buSzPct val="95000"/>
              <a:buFont typeface="Wingdings 2" charset="2"/>
              <a:buChar char=""/>
            </a:pPr>
            <a:r>
              <a:rPr lang="es-ES" sz="2000" b="0" strike="noStrike" spc="-1">
                <a:solidFill>
                  <a:srgbClr val="000000"/>
                </a:solidFill>
                <a:latin typeface="Calibri"/>
              </a:rPr>
              <a:t>Los estilos en línea son los que más valen 1000 puntos, los Id son los segundos 100 puntos, las clases son 10 puntos y los que menos valen las etiquetas 1 punto.  El más especifico será el que tenga un valor mayor.</a:t>
            </a:r>
            <a:endParaRPr lang="es-ES" sz="2000" b="0" strike="noStrike" spc="-1">
              <a:solidFill>
                <a:srgbClr val="000000"/>
              </a:solidFill>
              <a:latin typeface="Constantia"/>
            </a:endParaRPr>
          </a:p>
          <a:p>
            <a:pPr marL="264960" indent="-264600" algn="just">
              <a:lnSpc>
                <a:spcPct val="120000"/>
              </a:lnSpc>
              <a:spcBef>
                <a:spcPts val="601"/>
              </a:spcBef>
              <a:buClr>
                <a:srgbClr val="0B5394"/>
              </a:buClr>
              <a:buSzPct val="95000"/>
              <a:buFont typeface="Wingdings 2" charset="2"/>
              <a:buChar char=""/>
            </a:pPr>
            <a:r>
              <a:rPr lang="es-ES" sz="2000" b="0" strike="noStrike" spc="-1">
                <a:solidFill>
                  <a:srgbClr val="000000"/>
                </a:solidFill>
                <a:latin typeface="Calibri"/>
              </a:rPr>
              <a:t>Calculador de especificidad:  </a:t>
            </a:r>
            <a:r>
              <a:rPr lang="es-ES" sz="2000" b="0" u="sng" strike="noStrike" spc="-1">
                <a:solidFill>
                  <a:srgbClr val="F49100"/>
                </a:solidFill>
                <a:uFillTx/>
                <a:latin typeface="Calibri"/>
                <a:hlinkClick r:id="rId2"/>
              </a:rPr>
              <a:t>http://specificity.keegan.st</a:t>
            </a:r>
            <a:endParaRPr lang="es-ES" sz="2000" b="0" strike="noStrike" spc="-1">
              <a:solidFill>
                <a:srgbClr val="000000"/>
              </a:solidFill>
              <a:latin typeface="Constantia"/>
            </a:endParaRPr>
          </a:p>
          <a:p>
            <a:pPr algn="just">
              <a:lnSpc>
                <a:spcPct val="120000"/>
              </a:lnSpc>
              <a:spcBef>
                <a:spcPts val="601"/>
              </a:spcBef>
              <a:tabLst>
                <a:tab pos="0" algn="l"/>
              </a:tabLst>
            </a:pPr>
            <a:endParaRPr lang="es-ES" sz="2000" b="0" strike="noStrike" spc="-1">
              <a:solidFill>
                <a:srgbClr val="000000"/>
              </a:solidFill>
              <a:latin typeface="Constantia"/>
            </a:endParaRPr>
          </a:p>
          <a:p>
            <a:pPr algn="just">
              <a:lnSpc>
                <a:spcPct val="120000"/>
              </a:lnSpc>
              <a:spcBef>
                <a:spcPts val="601"/>
              </a:spcBef>
              <a:tabLst>
                <a:tab pos="0" algn="l"/>
              </a:tabLst>
            </a:pPr>
            <a:endParaRPr lang="es-ES" sz="2000" b="0" strike="noStrike" spc="-1">
              <a:solidFill>
                <a:srgbClr val="000000"/>
              </a:solidFill>
              <a:latin typeface="Constantia"/>
            </a:endParaRPr>
          </a:p>
          <a:p>
            <a:pPr algn="just">
              <a:lnSpc>
                <a:spcPct val="120000"/>
              </a:lnSpc>
              <a:spcBef>
                <a:spcPts val="601"/>
              </a:spcBef>
              <a:tabLst>
                <a:tab pos="0" algn="l"/>
              </a:tabLst>
            </a:pPr>
            <a:endParaRPr lang="es-ES" sz="2000" b="0" strike="noStrike" spc="-1">
              <a:solidFill>
                <a:srgbClr val="000000"/>
              </a:solidFill>
              <a:latin typeface="Constantia"/>
            </a:endParaRPr>
          </a:p>
          <a:p>
            <a:endParaRPr lang="es-ES" sz="2000" b="0" strike="noStrike" spc="-1">
              <a:solidFill>
                <a:srgbClr val="000000"/>
              </a:solidFill>
              <a:latin typeface="Constantia"/>
            </a:endParaRPr>
          </a:p>
          <a:p>
            <a:pPr marL="365760">
              <a:lnSpc>
                <a:spcPct val="120000"/>
              </a:lnSpc>
              <a:spcAft>
                <a:spcPts val="601"/>
              </a:spcAft>
              <a:tabLst>
                <a:tab pos="0" algn="l"/>
              </a:tabLst>
            </a:pPr>
            <a:endParaRPr lang="es-ES" sz="2000" b="0" strike="noStrike" spc="-1">
              <a:solidFill>
                <a:srgbClr val="000000"/>
              </a:solidFill>
              <a:latin typeface="Constantia"/>
            </a:endParaRPr>
          </a:p>
        </p:txBody>
      </p:sp>
      <p:sp>
        <p:nvSpPr>
          <p:cNvPr id="240" name="Marcador de número de diapositiva 4"/>
          <p:cNvSpPr txBox="1"/>
          <p:nvPr/>
        </p:nvSpPr>
        <p:spPr>
          <a:xfrm>
            <a:off x="7924680" y="6356520"/>
            <a:ext cx="761760" cy="364680"/>
          </a:xfrm>
          <a:prstGeom prst="rect">
            <a:avLst/>
          </a:prstGeom>
          <a:noFill/>
          <a:ln w="0">
            <a:noFill/>
          </a:ln>
        </p:spPr>
        <p:txBody>
          <a:bodyPr lIns="0" tIns="0" rIns="0" bIns="0" anchor="b">
            <a:noAutofit/>
          </a:bodyPr>
          <a:lstStyle/>
          <a:p>
            <a:pPr algn="r">
              <a:lnSpc>
                <a:spcPct val="100000"/>
              </a:lnSpc>
            </a:pPr>
            <a:fld id="{09CB91D1-4DB6-426C-B773-B1C1BC98AF3A}" type="slidenum">
              <a:rPr lang="es-ES" sz="1200" b="0" strike="noStrike" spc="-1">
                <a:solidFill>
                  <a:srgbClr val="035C75"/>
                </a:solidFill>
                <a:latin typeface="Constantia"/>
              </a:rPr>
              <a:t>36</a:t>
            </a:fld>
            <a:endParaRPr lang="es-ES" sz="1200" b="0" strike="noStrike" spc="-1">
              <a:latin typeface="Times New Roman"/>
            </a:endParaRPr>
          </a:p>
        </p:txBody>
      </p:sp>
      <p:pic>
        <p:nvPicPr>
          <p:cNvPr id="241" name="Imagen 5"/>
          <p:cNvPicPr/>
          <p:nvPr/>
        </p:nvPicPr>
        <p:blipFill>
          <a:blip r:embed="rId3"/>
          <a:stretch/>
        </p:blipFill>
        <p:spPr>
          <a:xfrm>
            <a:off x="994680" y="3357000"/>
            <a:ext cx="6866280" cy="1367640"/>
          </a:xfrm>
          <a:prstGeom prst="rect">
            <a:avLst/>
          </a:prstGeom>
          <a:ln w="0">
            <a:noFill/>
          </a:ln>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51343</TotalTime>
  <Words>4409</Words>
  <Application>Microsoft Office PowerPoint</Application>
  <PresentationFormat>On-screen Show (4:3)</PresentationFormat>
  <Paragraphs>581</Paragraphs>
  <Slides>36</Slides>
  <Notes>1</Notes>
  <HiddenSlides>0</HiddenSlides>
  <MMClips>0</MMClips>
  <ScaleCrop>false</ScaleCrop>
  <HeadingPairs>
    <vt:vector size="4" baseType="variant">
      <vt:variant>
        <vt:lpstr>Theme</vt:lpstr>
      </vt:variant>
      <vt:variant>
        <vt:i4>2</vt:i4>
      </vt:variant>
      <vt:variant>
        <vt:lpstr>Slide Titles</vt:lpstr>
      </vt:variant>
      <vt:variant>
        <vt:i4>36</vt:i4>
      </vt:variant>
    </vt:vector>
  </HeadingPairs>
  <TitlesOfParts>
    <vt:vector size="38" baseType="lpstr">
      <vt:lpstr>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Hewlett-Packard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subject/>
  <dc:creator>Ainara Montoya</dc:creator>
  <dc:description/>
  <cp:lastModifiedBy>dw2</cp:lastModifiedBy>
  <cp:revision>1652</cp:revision>
  <cp:lastPrinted>2015-09-21T12:13:15Z</cp:lastPrinted>
  <dcterms:created xsi:type="dcterms:W3CDTF">2012-04-05T17:12:23Z</dcterms:created>
  <dcterms:modified xsi:type="dcterms:W3CDTF">2025-09-11T11:20:37Z</dcterms:modified>
  <dc:language>es-ES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vt:i4>
  </property>
  <property fmtid="{D5CDD505-2E9C-101B-9397-08002B2CF9AE}" pid="3" name="PresentationFormat">
    <vt:lpwstr>Presentación en pantalla (4:3)</vt:lpwstr>
  </property>
  <property fmtid="{D5CDD505-2E9C-101B-9397-08002B2CF9AE}" pid="4" name="Slides">
    <vt:i4>35</vt:i4>
  </property>
</Properties>
</file>