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4"/>
  </p:notesMasterIdLst>
  <p:sldIdLst>
    <p:sldId id="256" r:id="rId3"/>
    <p:sldId id="257" r:id="rId4"/>
    <p:sldId id="258" r:id="rId5"/>
    <p:sldId id="259" r:id="rId6"/>
    <p:sldId id="260" r:id="rId7"/>
    <p:sldId id="261" r:id="rId8"/>
    <p:sldId id="262" r:id="rId9"/>
    <p:sldId id="263" r:id="rId10"/>
    <p:sldId id="266" r:id="rId11"/>
    <p:sldId id="264" r:id="rId12"/>
    <p:sldId id="265" r:id="rId13"/>
  </p:sldIdLst>
  <p:sldSz cx="9144000" cy="6858000" type="screen4x3"/>
  <p:notesSz cx="9144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164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s-ES" sz="1800" b="0" strike="noStrike" spc="-1">
                <a:solidFill>
                  <a:srgbClr val="FFFFFF"/>
                </a:solidFill>
                <a:latin typeface="Constantia"/>
              </a:rPr>
              <a:t>Pulse para desplazar la diapositiva</a:t>
            </a:r>
          </a:p>
        </p:txBody>
      </p:sp>
      <p:sp>
        <p:nvSpPr>
          <p:cNvPr id="9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s-ES" sz="2000" b="0" strike="noStrike" spc="-1">
                <a:latin typeface="Arial"/>
              </a:rPr>
              <a:t>Pulse para editar el formato de las notas</a:t>
            </a:r>
          </a:p>
        </p:txBody>
      </p:sp>
      <p:sp>
        <p:nvSpPr>
          <p:cNvPr id="9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s-ES" sz="1400" b="0" strike="noStrike" spc="-1">
                <a:latin typeface="Times New Roman"/>
              </a:rPr>
              <a:t>&lt;cabecera&gt;</a:t>
            </a:r>
          </a:p>
        </p:txBody>
      </p:sp>
      <p:sp>
        <p:nvSpPr>
          <p:cNvPr id="95"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algn="r">
              <a:buNone/>
              <a:defRPr lang="es-ES" sz="1400" b="0" strike="noStrike" spc="-1">
                <a:latin typeface="Times New Roman"/>
              </a:defRPr>
            </a:lvl1pPr>
          </a:lstStyle>
          <a:p>
            <a:pPr algn="r">
              <a:buNone/>
            </a:pPr>
            <a:r>
              <a:rPr lang="es-ES" sz="1400" b="0" strike="noStrike" spc="-1">
                <a:latin typeface="Times New Roman"/>
              </a:rPr>
              <a:t>&lt;fecha/hora&gt;</a:t>
            </a:r>
          </a:p>
        </p:txBody>
      </p:sp>
      <p:sp>
        <p:nvSpPr>
          <p:cNvPr id="96"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a:defRPr lang="es-ES" sz="1400" b="0" strike="noStrike" spc="-1">
                <a:latin typeface="Times New Roman"/>
              </a:defRPr>
            </a:lvl1pPr>
          </a:lstStyle>
          <a:p>
            <a:r>
              <a:rPr lang="es-ES" sz="1400" b="0" strike="noStrike" spc="-1">
                <a:latin typeface="Times New Roman"/>
              </a:rPr>
              <a:t>&lt;pie de página&gt;</a:t>
            </a:r>
          </a:p>
        </p:txBody>
      </p:sp>
      <p:sp>
        <p:nvSpPr>
          <p:cNvPr id="97"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algn="r">
              <a:buNone/>
              <a:defRPr lang="es-ES" sz="1400" b="0" strike="noStrike" spc="-1">
                <a:latin typeface="Times New Roman"/>
              </a:defRPr>
            </a:lvl1pPr>
          </a:lstStyle>
          <a:p>
            <a:pPr algn="r">
              <a:buNone/>
            </a:pPr>
            <a:fld id="{30E208FE-144E-4F62-B280-D839753AB27E}" type="slidenum">
              <a:rPr lang="es-ES" sz="1400" b="0" strike="noStrike" spc="-1">
                <a:latin typeface="Times New Roman"/>
              </a:rPr>
              <a:t>‹Nº›</a:t>
            </a:fld>
            <a:endParaRPr lang="es-E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noRot="1" noChangeAspect="1"/>
          </p:cNvSpPr>
          <p:nvPr>
            <p:ph type="sldImg"/>
          </p:nvPr>
        </p:nvSpPr>
        <p:spPr>
          <a:xfrm>
            <a:off x="2857500" y="514350"/>
            <a:ext cx="3429000" cy="2571750"/>
          </a:xfrm>
          <a:prstGeom prst="rect">
            <a:avLst/>
          </a:prstGeom>
          <a:ln w="0">
            <a:noFill/>
          </a:ln>
        </p:spPr>
      </p:sp>
      <p:sp>
        <p:nvSpPr>
          <p:cNvPr id="127" name="PlaceHolder 2"/>
          <p:cNvSpPr>
            <a:spLocks noGrp="1"/>
          </p:cNvSpPr>
          <p:nvPr>
            <p:ph type="body"/>
          </p:nvPr>
        </p:nvSpPr>
        <p:spPr>
          <a:xfrm>
            <a:off x="914400" y="3257640"/>
            <a:ext cx="7314840" cy="3085920"/>
          </a:xfrm>
          <a:prstGeom prst="rect">
            <a:avLst/>
          </a:prstGeom>
          <a:noFill/>
          <a:ln w="0">
            <a:noFill/>
          </a:ln>
        </p:spPr>
        <p:txBody>
          <a:bodyPr anchor="t">
            <a:noAutofit/>
          </a:bodyPr>
          <a:lstStyle/>
          <a:p>
            <a:endParaRPr lang="es-ES" sz="2000" b="0" strike="noStrike" spc="-1">
              <a:latin typeface="Arial"/>
            </a:endParaRPr>
          </a:p>
        </p:txBody>
      </p:sp>
      <p:sp>
        <p:nvSpPr>
          <p:cNvPr id="128" name="PlaceHolder 3"/>
          <p:cNvSpPr>
            <a:spLocks noGrp="1"/>
          </p:cNvSpPr>
          <p:nvPr>
            <p:ph type="sldNum" idx="10"/>
          </p:nvPr>
        </p:nvSpPr>
        <p:spPr>
          <a:xfrm>
            <a:off x="5179320" y="6513840"/>
            <a:ext cx="3962160" cy="342720"/>
          </a:xfrm>
          <a:prstGeom prst="rect">
            <a:avLst/>
          </a:prstGeom>
          <a:noFill/>
          <a:ln w="0">
            <a:noFill/>
          </a:ln>
        </p:spPr>
        <p:txBody>
          <a:bodyPr anchor="b">
            <a:noAutofit/>
          </a:bodyPr>
          <a:lstStyle>
            <a:lvl1pPr algn="r">
              <a:lnSpc>
                <a:spcPct val="100000"/>
              </a:lnSpc>
              <a:buNone/>
              <a:defRPr lang="es-ES" sz="1200" b="0" strike="noStrike" spc="-1">
                <a:solidFill>
                  <a:srgbClr val="000000"/>
                </a:solidFill>
                <a:latin typeface="+mn-lt"/>
                <a:ea typeface="+mn-ea"/>
              </a:defRPr>
            </a:lvl1pPr>
          </a:lstStyle>
          <a:p>
            <a:pPr algn="r">
              <a:lnSpc>
                <a:spcPct val="100000"/>
              </a:lnSpc>
              <a:buNone/>
            </a:pPr>
            <a:fld id="{571492D6-B1B9-4971-BF67-C602FF5FEA72}" type="slidenum">
              <a:rPr lang="es-ES" sz="1200" b="0" strike="noStrike" spc="-1">
                <a:solidFill>
                  <a:srgbClr val="000000"/>
                </a:solidFill>
                <a:latin typeface="+mn-lt"/>
                <a:ea typeface="+mn-ea"/>
              </a:rPr>
              <a:t>1</a:t>
            </a:fld>
            <a:endParaRPr lang="es-E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56EB8EA5-0A57-439E-B7A9-2E0719136202}" type="slidenum">
              <a:t>‹Nº›</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11" name="PlaceHolder 2"/>
          <p:cNvSpPr>
            <a:spLocks noGrp="1"/>
          </p:cNvSpPr>
          <p:nvPr>
            <p:ph type="subTitle"/>
          </p:nvPr>
        </p:nvSpPr>
        <p:spPr>
          <a:xfrm>
            <a:off x="457200" y="1935360"/>
            <a:ext cx="8229240" cy="4388760"/>
          </a:xfrm>
          <a:prstGeom prst="rect">
            <a:avLst/>
          </a:prstGeom>
          <a:noFill/>
          <a:ln w="0">
            <a:noFill/>
          </a:ln>
        </p:spPr>
        <p:txBody>
          <a:bodyPr lIns="0" tIns="0" rIns="0" bIns="0" anchor="ctr">
            <a:noAutofit/>
          </a:bodyPr>
          <a:lstStyle/>
          <a:p>
            <a:pPr algn="ctr">
              <a:buNone/>
            </a:pPr>
            <a:endParaRPr lang="es-ES" sz="3200" b="0" strike="noStrike" spc="-1">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D7B7F84A-6850-437E-AF1B-ED8AC797947F}" type="slidenum">
              <a:t>‹Nº›</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13" name="PlaceHolder 2"/>
          <p:cNvSpPr>
            <a:spLocks noGrp="1"/>
          </p:cNvSpPr>
          <p:nvPr>
            <p:ph/>
          </p:nvPr>
        </p:nvSpPr>
        <p:spPr>
          <a:xfrm>
            <a:off x="457200" y="1935360"/>
            <a:ext cx="8229240" cy="438876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F8BE80EF-4A14-4FA9-8F57-95ED59C6B933}" type="slidenum">
              <a:t>‹Nº›</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15" name="PlaceHolder 2"/>
          <p:cNvSpPr>
            <a:spLocks noGrp="1"/>
          </p:cNvSpPr>
          <p:nvPr>
            <p:ph/>
          </p:nvPr>
        </p:nvSpPr>
        <p:spPr>
          <a:xfrm>
            <a:off x="457200" y="1935360"/>
            <a:ext cx="4015800" cy="438876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16" name="PlaceHolder 3"/>
          <p:cNvSpPr>
            <a:spLocks noGrp="1"/>
          </p:cNvSpPr>
          <p:nvPr>
            <p:ph/>
          </p:nvPr>
        </p:nvSpPr>
        <p:spPr>
          <a:xfrm>
            <a:off x="4674240" y="1935360"/>
            <a:ext cx="4015800" cy="438876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4B785F46-6903-4F52-A0AA-59B1BFC587C8}"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D8196184-23CB-4D23-BF7A-2751C5D527B1}"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704160"/>
            <a:ext cx="8229240" cy="5297760"/>
          </a:xfrm>
          <a:prstGeom prst="rect">
            <a:avLst/>
          </a:prstGeom>
          <a:noFill/>
          <a:ln w="0">
            <a:noFill/>
          </a:ln>
        </p:spPr>
        <p:txBody>
          <a:bodyPr lIns="0" tIns="0" rIns="0" bIns="0" anchor="ctr">
            <a:noAutofit/>
          </a:bodyPr>
          <a:lstStyle/>
          <a:p>
            <a:pPr algn="ctr">
              <a:buNone/>
            </a:pPr>
            <a:endParaRPr lang="es-ES"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D767FAB7-F7C7-4142-8EB8-700FE45B16D2}"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20" name="PlaceHolder 2"/>
          <p:cNvSpPr>
            <a:spLocks noGrp="1"/>
          </p:cNvSpPr>
          <p:nvPr>
            <p:ph/>
          </p:nvPr>
        </p:nvSpPr>
        <p:spPr>
          <a:xfrm>
            <a:off x="45720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21" name="PlaceHolder 3"/>
          <p:cNvSpPr>
            <a:spLocks noGrp="1"/>
          </p:cNvSpPr>
          <p:nvPr>
            <p:ph/>
          </p:nvPr>
        </p:nvSpPr>
        <p:spPr>
          <a:xfrm>
            <a:off x="4674240" y="1935360"/>
            <a:ext cx="4015800" cy="438876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22" name="PlaceHolder 4"/>
          <p:cNvSpPr>
            <a:spLocks noGrp="1"/>
          </p:cNvSpPr>
          <p:nvPr>
            <p:ph/>
          </p:nvPr>
        </p:nvSpPr>
        <p:spPr>
          <a:xfrm>
            <a:off x="457200" y="422820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9A7A2209-D63A-4FA3-8C85-63FF350A11BC}"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24" name="PlaceHolder 2"/>
          <p:cNvSpPr>
            <a:spLocks noGrp="1"/>
          </p:cNvSpPr>
          <p:nvPr>
            <p:ph/>
          </p:nvPr>
        </p:nvSpPr>
        <p:spPr>
          <a:xfrm>
            <a:off x="457200" y="1935360"/>
            <a:ext cx="4015800" cy="438876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25" name="PlaceHolder 3"/>
          <p:cNvSpPr>
            <a:spLocks noGrp="1"/>
          </p:cNvSpPr>
          <p:nvPr>
            <p:ph/>
          </p:nvPr>
        </p:nvSpPr>
        <p:spPr>
          <a:xfrm>
            <a:off x="467424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26" name="PlaceHolder 4"/>
          <p:cNvSpPr>
            <a:spLocks noGrp="1"/>
          </p:cNvSpPr>
          <p:nvPr>
            <p:ph/>
          </p:nvPr>
        </p:nvSpPr>
        <p:spPr>
          <a:xfrm>
            <a:off x="4674240" y="422820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53ED390C-31B9-4E92-9934-D44B7F550326}"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28" name="PlaceHolder 2"/>
          <p:cNvSpPr>
            <a:spLocks noGrp="1"/>
          </p:cNvSpPr>
          <p:nvPr>
            <p:ph/>
          </p:nvPr>
        </p:nvSpPr>
        <p:spPr>
          <a:xfrm>
            <a:off x="45720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29" name="PlaceHolder 3"/>
          <p:cNvSpPr>
            <a:spLocks noGrp="1"/>
          </p:cNvSpPr>
          <p:nvPr>
            <p:ph/>
          </p:nvPr>
        </p:nvSpPr>
        <p:spPr>
          <a:xfrm>
            <a:off x="467424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30" name="PlaceHolder 4"/>
          <p:cNvSpPr>
            <a:spLocks noGrp="1"/>
          </p:cNvSpPr>
          <p:nvPr>
            <p:ph/>
          </p:nvPr>
        </p:nvSpPr>
        <p:spPr>
          <a:xfrm>
            <a:off x="457200" y="4228200"/>
            <a:ext cx="822924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71B1EB39-DEF8-4C6F-9477-B4AD7C8FE2F2}"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32" name="PlaceHolder 2"/>
          <p:cNvSpPr>
            <a:spLocks noGrp="1"/>
          </p:cNvSpPr>
          <p:nvPr>
            <p:ph/>
          </p:nvPr>
        </p:nvSpPr>
        <p:spPr>
          <a:xfrm>
            <a:off x="457200" y="1935360"/>
            <a:ext cx="822924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33" name="PlaceHolder 3"/>
          <p:cNvSpPr>
            <a:spLocks noGrp="1"/>
          </p:cNvSpPr>
          <p:nvPr>
            <p:ph/>
          </p:nvPr>
        </p:nvSpPr>
        <p:spPr>
          <a:xfrm>
            <a:off x="457200" y="4228200"/>
            <a:ext cx="822924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64B00D1F-7FF7-488E-BDD9-4993CB7A6C3D}"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35" name="PlaceHolder 2"/>
          <p:cNvSpPr>
            <a:spLocks noGrp="1"/>
          </p:cNvSpPr>
          <p:nvPr>
            <p:ph/>
          </p:nvPr>
        </p:nvSpPr>
        <p:spPr>
          <a:xfrm>
            <a:off x="45720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36" name="PlaceHolder 3"/>
          <p:cNvSpPr>
            <a:spLocks noGrp="1"/>
          </p:cNvSpPr>
          <p:nvPr>
            <p:ph/>
          </p:nvPr>
        </p:nvSpPr>
        <p:spPr>
          <a:xfrm>
            <a:off x="467424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37" name="PlaceHolder 4"/>
          <p:cNvSpPr>
            <a:spLocks noGrp="1"/>
          </p:cNvSpPr>
          <p:nvPr>
            <p:ph/>
          </p:nvPr>
        </p:nvSpPr>
        <p:spPr>
          <a:xfrm>
            <a:off x="457200" y="422820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38" name="PlaceHolder 5"/>
          <p:cNvSpPr>
            <a:spLocks noGrp="1"/>
          </p:cNvSpPr>
          <p:nvPr>
            <p:ph/>
          </p:nvPr>
        </p:nvSpPr>
        <p:spPr>
          <a:xfrm>
            <a:off x="4674240" y="422820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4890E5FA-7F82-41B1-9EEB-64C45E433C33}" type="slidenum">
              <a:t>‹Nº›</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40" name="PlaceHolder 2"/>
          <p:cNvSpPr>
            <a:spLocks noGrp="1"/>
          </p:cNvSpPr>
          <p:nvPr>
            <p:ph/>
          </p:nvPr>
        </p:nvSpPr>
        <p:spPr>
          <a:xfrm>
            <a:off x="457200" y="193536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41" name="PlaceHolder 3"/>
          <p:cNvSpPr>
            <a:spLocks noGrp="1"/>
          </p:cNvSpPr>
          <p:nvPr>
            <p:ph/>
          </p:nvPr>
        </p:nvSpPr>
        <p:spPr>
          <a:xfrm>
            <a:off x="3239640" y="193536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42" name="PlaceHolder 4"/>
          <p:cNvSpPr>
            <a:spLocks noGrp="1"/>
          </p:cNvSpPr>
          <p:nvPr>
            <p:ph/>
          </p:nvPr>
        </p:nvSpPr>
        <p:spPr>
          <a:xfrm>
            <a:off x="6022080" y="193536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43" name="PlaceHolder 5"/>
          <p:cNvSpPr>
            <a:spLocks noGrp="1"/>
          </p:cNvSpPr>
          <p:nvPr>
            <p:ph/>
          </p:nvPr>
        </p:nvSpPr>
        <p:spPr>
          <a:xfrm>
            <a:off x="457200" y="422820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44" name="PlaceHolder 6"/>
          <p:cNvSpPr>
            <a:spLocks noGrp="1"/>
          </p:cNvSpPr>
          <p:nvPr>
            <p:ph/>
          </p:nvPr>
        </p:nvSpPr>
        <p:spPr>
          <a:xfrm>
            <a:off x="3239640" y="422820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45" name="PlaceHolder 7"/>
          <p:cNvSpPr>
            <a:spLocks noGrp="1"/>
          </p:cNvSpPr>
          <p:nvPr>
            <p:ph/>
          </p:nvPr>
        </p:nvSpPr>
        <p:spPr>
          <a:xfrm>
            <a:off x="6022080" y="422820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5954D3CB-C0B5-4FDD-A0C1-16AC96FBDF7E}" type="slidenum">
              <a:t>‹Nº›</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DA4324A4-4422-452C-9829-33D9C69E71DF}" type="slidenum">
              <a:t>‹Nº›</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57" name="PlaceHolder 2"/>
          <p:cNvSpPr>
            <a:spLocks noGrp="1"/>
          </p:cNvSpPr>
          <p:nvPr>
            <p:ph type="subTitle"/>
          </p:nvPr>
        </p:nvSpPr>
        <p:spPr>
          <a:xfrm>
            <a:off x="457200" y="1935360"/>
            <a:ext cx="8229240" cy="4388760"/>
          </a:xfrm>
          <a:prstGeom prst="rect">
            <a:avLst/>
          </a:prstGeom>
          <a:noFill/>
          <a:ln w="0">
            <a:noFill/>
          </a:ln>
        </p:spPr>
        <p:txBody>
          <a:bodyPr lIns="0" tIns="0" rIns="0" bIns="0" anchor="ctr">
            <a:noAutofit/>
          </a:bodyPr>
          <a:lstStyle/>
          <a:p>
            <a:pPr algn="ctr">
              <a:buNone/>
            </a:pPr>
            <a:endParaRPr lang="es-ES" sz="3200" b="0" strike="noStrike" spc="-1">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6E74668B-E545-4393-A8EC-B05CE9F323AE}" type="slidenum">
              <a:t>‹Nº›</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59" name="PlaceHolder 2"/>
          <p:cNvSpPr>
            <a:spLocks noGrp="1"/>
          </p:cNvSpPr>
          <p:nvPr>
            <p:ph/>
          </p:nvPr>
        </p:nvSpPr>
        <p:spPr>
          <a:xfrm>
            <a:off x="457200" y="1935360"/>
            <a:ext cx="8229240" cy="438876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7F818964-14E0-43D0-BC0A-C0456E90AD04}" type="slidenum">
              <a:t>‹Nº›</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61" name="PlaceHolder 2"/>
          <p:cNvSpPr>
            <a:spLocks noGrp="1"/>
          </p:cNvSpPr>
          <p:nvPr>
            <p:ph/>
          </p:nvPr>
        </p:nvSpPr>
        <p:spPr>
          <a:xfrm>
            <a:off x="457200" y="1935360"/>
            <a:ext cx="4015800" cy="438876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62" name="PlaceHolder 3"/>
          <p:cNvSpPr>
            <a:spLocks noGrp="1"/>
          </p:cNvSpPr>
          <p:nvPr>
            <p:ph/>
          </p:nvPr>
        </p:nvSpPr>
        <p:spPr>
          <a:xfrm>
            <a:off x="4674240" y="1935360"/>
            <a:ext cx="4015800" cy="438876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87E34FA2-B319-47B6-8C92-B662A148A4D2}" type="slidenum">
              <a:t>‹Nº›</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12BC1D40-DE72-4AD1-9052-6BB776FB884C}" type="slidenum">
              <a:t>‹Nº›</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p:nvPr>
        </p:nvSpPr>
        <p:spPr>
          <a:xfrm>
            <a:off x="457200" y="704160"/>
            <a:ext cx="8229240" cy="5297760"/>
          </a:xfrm>
          <a:prstGeom prst="rect">
            <a:avLst/>
          </a:prstGeom>
          <a:noFill/>
          <a:ln w="0">
            <a:noFill/>
          </a:ln>
        </p:spPr>
        <p:txBody>
          <a:bodyPr lIns="0" tIns="0" rIns="0" bIns="0" anchor="ctr">
            <a:noAutofit/>
          </a:bodyPr>
          <a:lstStyle/>
          <a:p>
            <a:pPr algn="ctr">
              <a:buNone/>
            </a:pPr>
            <a:endParaRPr lang="es-ES" sz="3200" b="0" strike="noStrike" spc="-1">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3B6CC029-1546-4ED9-8131-048FE0E19329}" type="slidenum">
              <a:t>‹Nº›</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66" name="PlaceHolder 2"/>
          <p:cNvSpPr>
            <a:spLocks noGrp="1"/>
          </p:cNvSpPr>
          <p:nvPr>
            <p:ph/>
          </p:nvPr>
        </p:nvSpPr>
        <p:spPr>
          <a:xfrm>
            <a:off x="45720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67" name="PlaceHolder 3"/>
          <p:cNvSpPr>
            <a:spLocks noGrp="1"/>
          </p:cNvSpPr>
          <p:nvPr>
            <p:ph/>
          </p:nvPr>
        </p:nvSpPr>
        <p:spPr>
          <a:xfrm>
            <a:off x="4674240" y="1935360"/>
            <a:ext cx="4015800" cy="438876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68" name="PlaceHolder 4"/>
          <p:cNvSpPr>
            <a:spLocks noGrp="1"/>
          </p:cNvSpPr>
          <p:nvPr>
            <p:ph/>
          </p:nvPr>
        </p:nvSpPr>
        <p:spPr>
          <a:xfrm>
            <a:off x="457200" y="422820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2F585065-C4D0-4D84-A7D5-56BA147C58AB}"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70" name="PlaceHolder 2"/>
          <p:cNvSpPr>
            <a:spLocks noGrp="1"/>
          </p:cNvSpPr>
          <p:nvPr>
            <p:ph/>
          </p:nvPr>
        </p:nvSpPr>
        <p:spPr>
          <a:xfrm>
            <a:off x="457200" y="1935360"/>
            <a:ext cx="4015800" cy="438876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71" name="PlaceHolder 3"/>
          <p:cNvSpPr>
            <a:spLocks noGrp="1"/>
          </p:cNvSpPr>
          <p:nvPr>
            <p:ph/>
          </p:nvPr>
        </p:nvSpPr>
        <p:spPr>
          <a:xfrm>
            <a:off x="467424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72" name="PlaceHolder 4"/>
          <p:cNvSpPr>
            <a:spLocks noGrp="1"/>
          </p:cNvSpPr>
          <p:nvPr>
            <p:ph/>
          </p:nvPr>
        </p:nvSpPr>
        <p:spPr>
          <a:xfrm>
            <a:off x="4674240" y="422820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6B962BCC-F23D-4002-9ABE-8DA42D868B5E}"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74" name="PlaceHolder 2"/>
          <p:cNvSpPr>
            <a:spLocks noGrp="1"/>
          </p:cNvSpPr>
          <p:nvPr>
            <p:ph/>
          </p:nvPr>
        </p:nvSpPr>
        <p:spPr>
          <a:xfrm>
            <a:off x="45720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75" name="PlaceHolder 3"/>
          <p:cNvSpPr>
            <a:spLocks noGrp="1"/>
          </p:cNvSpPr>
          <p:nvPr>
            <p:ph/>
          </p:nvPr>
        </p:nvSpPr>
        <p:spPr>
          <a:xfrm>
            <a:off x="467424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76" name="PlaceHolder 4"/>
          <p:cNvSpPr>
            <a:spLocks noGrp="1"/>
          </p:cNvSpPr>
          <p:nvPr>
            <p:ph/>
          </p:nvPr>
        </p:nvSpPr>
        <p:spPr>
          <a:xfrm>
            <a:off x="457200" y="4228200"/>
            <a:ext cx="822924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67F7F07F-597D-4AEE-BE18-101B2143CD59}"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78" name="PlaceHolder 2"/>
          <p:cNvSpPr>
            <a:spLocks noGrp="1"/>
          </p:cNvSpPr>
          <p:nvPr>
            <p:ph/>
          </p:nvPr>
        </p:nvSpPr>
        <p:spPr>
          <a:xfrm>
            <a:off x="457200" y="1935360"/>
            <a:ext cx="822924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79" name="PlaceHolder 3"/>
          <p:cNvSpPr>
            <a:spLocks noGrp="1"/>
          </p:cNvSpPr>
          <p:nvPr>
            <p:ph/>
          </p:nvPr>
        </p:nvSpPr>
        <p:spPr>
          <a:xfrm>
            <a:off x="457200" y="4228200"/>
            <a:ext cx="822924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A7FF3FE3-07CA-48A6-AC75-20D6863EF07A}" type="slidenum">
              <a:t>‹Nº›</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81" name="PlaceHolder 2"/>
          <p:cNvSpPr>
            <a:spLocks noGrp="1"/>
          </p:cNvSpPr>
          <p:nvPr>
            <p:ph/>
          </p:nvPr>
        </p:nvSpPr>
        <p:spPr>
          <a:xfrm>
            <a:off x="45720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82" name="PlaceHolder 3"/>
          <p:cNvSpPr>
            <a:spLocks noGrp="1"/>
          </p:cNvSpPr>
          <p:nvPr>
            <p:ph/>
          </p:nvPr>
        </p:nvSpPr>
        <p:spPr>
          <a:xfrm>
            <a:off x="4674240" y="193536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83" name="PlaceHolder 4"/>
          <p:cNvSpPr>
            <a:spLocks noGrp="1"/>
          </p:cNvSpPr>
          <p:nvPr>
            <p:ph/>
          </p:nvPr>
        </p:nvSpPr>
        <p:spPr>
          <a:xfrm>
            <a:off x="457200" y="422820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84" name="PlaceHolder 5"/>
          <p:cNvSpPr>
            <a:spLocks noGrp="1"/>
          </p:cNvSpPr>
          <p:nvPr>
            <p:ph/>
          </p:nvPr>
        </p:nvSpPr>
        <p:spPr>
          <a:xfrm>
            <a:off x="4674240" y="4228200"/>
            <a:ext cx="40158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117355E6-326D-4E46-B0D4-F080B831C60F}" type="slidenum">
              <a:t>‹Nº›</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704160"/>
            <a:ext cx="8229240" cy="1142640"/>
          </a:xfrm>
          <a:prstGeom prst="rect">
            <a:avLst/>
          </a:prstGeom>
          <a:noFill/>
          <a:ln w="0">
            <a:noFill/>
          </a:ln>
        </p:spPr>
        <p:txBody>
          <a:bodyPr lIns="0" tIns="0" rIns="0" bIns="0" anchor="ctr">
            <a:noAutofit/>
          </a:bodyPr>
          <a:lstStyle/>
          <a:p>
            <a:endParaRPr lang="es-ES" sz="1800" b="0" strike="noStrike" spc="-1">
              <a:solidFill>
                <a:srgbClr val="000000"/>
              </a:solidFill>
              <a:latin typeface="Constantia"/>
            </a:endParaRPr>
          </a:p>
        </p:txBody>
      </p:sp>
      <p:sp>
        <p:nvSpPr>
          <p:cNvPr id="86" name="PlaceHolder 2"/>
          <p:cNvSpPr>
            <a:spLocks noGrp="1"/>
          </p:cNvSpPr>
          <p:nvPr>
            <p:ph/>
          </p:nvPr>
        </p:nvSpPr>
        <p:spPr>
          <a:xfrm>
            <a:off x="457200" y="193536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87" name="PlaceHolder 3"/>
          <p:cNvSpPr>
            <a:spLocks noGrp="1"/>
          </p:cNvSpPr>
          <p:nvPr>
            <p:ph/>
          </p:nvPr>
        </p:nvSpPr>
        <p:spPr>
          <a:xfrm>
            <a:off x="3239640" y="193536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88" name="PlaceHolder 4"/>
          <p:cNvSpPr>
            <a:spLocks noGrp="1"/>
          </p:cNvSpPr>
          <p:nvPr>
            <p:ph/>
          </p:nvPr>
        </p:nvSpPr>
        <p:spPr>
          <a:xfrm>
            <a:off x="6022080" y="193536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89" name="PlaceHolder 5"/>
          <p:cNvSpPr>
            <a:spLocks noGrp="1"/>
          </p:cNvSpPr>
          <p:nvPr>
            <p:ph/>
          </p:nvPr>
        </p:nvSpPr>
        <p:spPr>
          <a:xfrm>
            <a:off x="457200" y="422820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90" name="PlaceHolder 6"/>
          <p:cNvSpPr>
            <a:spLocks noGrp="1"/>
          </p:cNvSpPr>
          <p:nvPr>
            <p:ph/>
          </p:nvPr>
        </p:nvSpPr>
        <p:spPr>
          <a:xfrm>
            <a:off x="3239640" y="422820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91" name="PlaceHolder 7"/>
          <p:cNvSpPr>
            <a:spLocks noGrp="1"/>
          </p:cNvSpPr>
          <p:nvPr>
            <p:ph/>
          </p:nvPr>
        </p:nvSpPr>
        <p:spPr>
          <a:xfrm>
            <a:off x="6022080" y="4228200"/>
            <a:ext cx="2649600" cy="2093400"/>
          </a:xfrm>
          <a:prstGeom prst="rect">
            <a:avLst/>
          </a:prstGeom>
          <a:noFill/>
          <a:ln w="0">
            <a:noFill/>
          </a:ln>
        </p:spPr>
        <p:txBody>
          <a:bodyPr lIns="0" tIns="0" rIns="0" bIns="0" anchor="t">
            <a:normAutofit/>
          </a:bodyPr>
          <a:lstStyle/>
          <a:p>
            <a:endParaRPr lang="es-ES" sz="2600" b="0" strike="noStrike" spc="-1">
              <a:solidFill>
                <a:srgbClr val="000000"/>
              </a:solidFill>
              <a:latin typeface="Constantia"/>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11F7CCAA-ADE5-4A2C-9B14-EAC5BC663C59}" type="slidenum">
              <a:t>‹Nº›</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4AA2D6"/>
            </a:gs>
            <a:gs pos="100000">
              <a:srgbClr val="002B36"/>
            </a:gs>
          </a:gsLst>
          <a:path path="circle">
            <a:fillToRect l="50000" t="55000" r="50000" b="45000"/>
          </a:path>
        </a:gradFill>
        <a:effectLst/>
      </p:bgPr>
    </p:bg>
    <p:spTree>
      <p:nvGrpSpPr>
        <p:cNvPr id="1" name=""/>
        <p:cNvGrpSpPr/>
        <p:nvPr/>
      </p:nvGrpSpPr>
      <p:grpSpPr>
        <a:xfrm>
          <a:off x="0" y="0"/>
          <a:ext cx="0" cy="0"/>
          <a:chOff x="0" y="0"/>
          <a:chExt cx="0" cy="0"/>
        </a:xfrm>
      </p:grpSpPr>
      <p:sp>
        <p:nvSpPr>
          <p:cNvPr id="10" name="Freeform 6"/>
          <p:cNvSpPr/>
          <p:nvPr/>
        </p:nvSpPr>
        <p:spPr>
          <a:xfrm>
            <a:off x="-9360" y="-7200"/>
            <a:ext cx="9162720" cy="1041120"/>
          </a:xfrm>
          <a:custGeom>
            <a:avLst/>
            <a:gdLst/>
            <a:ahLst/>
            <a:cxn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scrgbClr r="0" g="0" b="0"/>
          </a:lnRef>
          <a:fillRef idx="0">
            <a:scrgbClr r="0" g="0" b="0"/>
          </a:fillRef>
          <a:effectRef idx="0">
            <a:scrgbClr r="0" g="0" b="0"/>
          </a:effectRef>
          <a:fontRef idx="minor"/>
        </p:style>
      </p:sp>
      <p:sp>
        <p:nvSpPr>
          <p:cNvPr id="11" name="Freeform 7"/>
          <p:cNvSpPr/>
          <p:nvPr/>
        </p:nvSpPr>
        <p:spPr>
          <a:xfrm>
            <a:off x="4381560" y="-7200"/>
            <a:ext cx="4762080" cy="637920"/>
          </a:xfrm>
          <a:custGeom>
            <a:avLst/>
            <a:gdLst/>
            <a:ahLst/>
            <a:cxn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scrgbClr r="0" g="0" b="0"/>
          </a:lnRef>
          <a:fillRef idx="0">
            <a:scrgbClr r="0" g="0" b="0"/>
          </a:fillRef>
          <a:effectRef idx="0">
            <a:scrgbClr r="0" g="0" b="0"/>
          </a:effectRef>
          <a:fontRef idx="minor"/>
        </p:style>
      </p:sp>
      <p:grpSp>
        <p:nvGrpSpPr>
          <p:cNvPr id="2" name="Group 1"/>
          <p:cNvGrpSpPr/>
          <p:nvPr/>
        </p:nvGrpSpPr>
        <p:grpSpPr>
          <a:xfrm>
            <a:off x="-29160" y="-16560"/>
            <a:ext cx="9197640" cy="1086120"/>
            <a:chOff x="-29160" y="-16560"/>
            <a:chExt cx="9197640" cy="1086120"/>
          </a:xfrm>
        </p:grpSpPr>
        <p:sp>
          <p:nvSpPr>
            <p:cNvPr id="3" name="Freeform 11"/>
            <p:cNvSpPr/>
            <p:nvPr/>
          </p:nvSpPr>
          <p:spPr>
            <a:xfrm rot="21435600">
              <a:off x="-18720" y="201960"/>
              <a:ext cx="9162720" cy="648720"/>
            </a:xfrm>
            <a:custGeom>
              <a:avLst/>
              <a:gdLst/>
              <a:ahLst/>
              <a:cxn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scrgbClr r="0" g="0" b="0"/>
            </a:lnRef>
            <a:fillRef idx="0">
              <a:scrgbClr r="0" g="0" b="0"/>
            </a:fillRef>
            <a:effectRef idx="0">
              <a:scrgbClr r="0" g="0" b="0"/>
            </a:effectRef>
            <a:fontRef idx="minor"/>
          </p:style>
        </p:sp>
        <p:sp>
          <p:nvSpPr>
            <p:cNvPr id="4" name="Freeform 12"/>
            <p:cNvSpPr/>
            <p:nvPr/>
          </p:nvSpPr>
          <p:spPr>
            <a:xfrm rot="21435600">
              <a:off x="-14040" y="275400"/>
              <a:ext cx="9175320" cy="529920"/>
            </a:xfrm>
            <a:custGeom>
              <a:avLst/>
              <a:gdLst/>
              <a:ahLst/>
              <a:cxn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scrgbClr r="0" g="0" b="0"/>
            </a:lnRef>
            <a:fillRef idx="0">
              <a:scrgbClr r="0" g="0" b="0"/>
            </a:fillRef>
            <a:effectRef idx="0">
              <a:scrgbClr r="0" g="0" b="0"/>
            </a:effectRef>
            <a:fontRef idx="minor"/>
          </p:style>
        </p:sp>
      </p:grpSp>
      <p:sp>
        <p:nvSpPr>
          <p:cNvPr id="5" name="PlaceHolder 1"/>
          <p:cNvSpPr>
            <a:spLocks noGrp="1"/>
          </p:cNvSpPr>
          <p:nvPr>
            <p:ph type="title"/>
          </p:nvPr>
        </p:nvSpPr>
        <p:spPr>
          <a:xfrm>
            <a:off x="530280" y="1316880"/>
            <a:ext cx="7772040" cy="1362240"/>
          </a:xfrm>
          <a:prstGeom prst="rect">
            <a:avLst/>
          </a:prstGeom>
          <a:noFill/>
          <a:ln w="0">
            <a:noFill/>
          </a:ln>
        </p:spPr>
        <p:txBody>
          <a:bodyPr lIns="0" tIns="0" rIns="0" bIns="0" anchor="b">
            <a:noAutofit/>
          </a:bodyPr>
          <a:lstStyle/>
          <a:p>
            <a:pPr>
              <a:lnSpc>
                <a:spcPct val="100000"/>
              </a:lnSpc>
              <a:buNone/>
            </a:pPr>
            <a:r>
              <a:rPr lang="es-ES" sz="5600" b="1" strike="noStrike" spc="-1">
                <a:solidFill>
                  <a:srgbClr val="4FE3AC"/>
                </a:solidFill>
                <a:latin typeface="Calibri"/>
              </a:rPr>
              <a:t>Haga clic para modificar el estilo de título del patrón</a:t>
            </a:r>
            <a:endParaRPr lang="es-ES" sz="5600" b="0" strike="noStrike" spc="-1">
              <a:solidFill>
                <a:srgbClr val="FFFFFF"/>
              </a:solidFill>
              <a:latin typeface="Constantia"/>
            </a:endParaRPr>
          </a:p>
        </p:txBody>
      </p:sp>
      <p:sp>
        <p:nvSpPr>
          <p:cNvPr id="6" name="PlaceHolder 2"/>
          <p:cNvSpPr>
            <a:spLocks noGrp="1"/>
          </p:cNvSpPr>
          <p:nvPr>
            <p:ph type="body"/>
          </p:nvPr>
        </p:nvSpPr>
        <p:spPr>
          <a:xfrm>
            <a:off x="530280" y="2704680"/>
            <a:ext cx="7772040" cy="1509480"/>
          </a:xfrm>
          <a:prstGeom prst="rect">
            <a:avLst/>
          </a:prstGeom>
          <a:noFill/>
          <a:ln w="0">
            <a:noFill/>
          </a:ln>
        </p:spPr>
        <p:txBody>
          <a:bodyPr lIns="45720" tIns="45000" rIns="45720" bIns="45000" anchor="t">
            <a:noAutofit/>
          </a:bodyPr>
          <a:lstStyle/>
          <a:p>
            <a:pPr>
              <a:lnSpc>
                <a:spcPct val="100000"/>
              </a:lnSpc>
              <a:spcBef>
                <a:spcPts val="439"/>
              </a:spcBef>
              <a:buNone/>
              <a:tabLst>
                <a:tab pos="0" algn="l"/>
              </a:tabLst>
            </a:pPr>
            <a:r>
              <a:rPr lang="es-ES" sz="2200" b="0" strike="noStrike" spc="-1">
                <a:solidFill>
                  <a:srgbClr val="FFFFFF"/>
                </a:solidFill>
                <a:latin typeface="Constantia"/>
              </a:rPr>
              <a:t>Haga clic para modificar el estilo de texto del patrón</a:t>
            </a:r>
          </a:p>
        </p:txBody>
      </p:sp>
      <p:sp>
        <p:nvSpPr>
          <p:cNvPr id="7" name="PlaceHolder 3"/>
          <p:cNvSpPr>
            <a:spLocks noGrp="1"/>
          </p:cNvSpPr>
          <p:nvPr>
            <p:ph type="dt" idx="1"/>
          </p:nvPr>
        </p:nvSpPr>
        <p:spPr>
          <a:xfrm>
            <a:off x="457200" y="6356520"/>
            <a:ext cx="2133360" cy="364680"/>
          </a:xfrm>
          <a:prstGeom prst="rect">
            <a:avLst/>
          </a:prstGeom>
          <a:noFill/>
          <a:ln w="0">
            <a:noFill/>
          </a:ln>
        </p:spPr>
        <p:txBody>
          <a:bodyPr lIns="0" tIns="0" rIns="0" bIns="0" anchor="b">
            <a:noAutofit/>
          </a:bodyPr>
          <a:lstStyle>
            <a:lvl1pPr>
              <a:lnSpc>
                <a:spcPct val="100000"/>
              </a:lnSpc>
              <a:buNone/>
              <a:defRPr lang="en-US" sz="1200" b="0" strike="noStrike" spc="-1">
                <a:solidFill>
                  <a:srgbClr val="D1EAED"/>
                </a:solidFill>
                <a:latin typeface="Constantia"/>
              </a:defRPr>
            </a:lvl1pPr>
          </a:lstStyle>
          <a:p>
            <a:pPr>
              <a:lnSpc>
                <a:spcPct val="100000"/>
              </a:lnSpc>
              <a:buNone/>
            </a:pPr>
            <a:r>
              <a:rPr lang="en-US" sz="1200" b="0" strike="noStrike" spc="-1">
                <a:solidFill>
                  <a:srgbClr val="D1EAED"/>
                </a:solidFill>
                <a:latin typeface="Constantia"/>
              </a:rPr>
              <a:t>&lt;fecha/hora&gt;</a:t>
            </a:r>
            <a:endParaRPr lang="es-ES" sz="1200" b="0" strike="noStrike" spc="-1">
              <a:latin typeface="Times New Roman"/>
            </a:endParaRPr>
          </a:p>
        </p:txBody>
      </p:sp>
      <p:sp>
        <p:nvSpPr>
          <p:cNvPr id="8" name="PlaceHolder 4"/>
          <p:cNvSpPr>
            <a:spLocks noGrp="1"/>
          </p:cNvSpPr>
          <p:nvPr>
            <p:ph type="ftr" idx="2"/>
          </p:nvPr>
        </p:nvSpPr>
        <p:spPr>
          <a:xfrm>
            <a:off x="2666880" y="6356520"/>
            <a:ext cx="3352320" cy="364680"/>
          </a:xfrm>
          <a:prstGeom prst="rect">
            <a:avLst/>
          </a:prstGeom>
          <a:noFill/>
          <a:ln w="0">
            <a:noFill/>
          </a:ln>
        </p:spPr>
        <p:txBody>
          <a:bodyPr lIns="0" tIns="0" rIns="0" bIns="0" anchor="b">
            <a:noAutofit/>
          </a:bodyPr>
          <a:lstStyle>
            <a:lvl1pPr algn="ctr">
              <a:buNone/>
              <a:defRPr lang="es-ES" sz="1400" b="0" strike="noStrike" spc="-1">
                <a:latin typeface="Times New Roman"/>
              </a:defRPr>
            </a:lvl1pPr>
          </a:lstStyle>
          <a:p>
            <a:pPr algn="ctr">
              <a:buNone/>
            </a:pPr>
            <a:r>
              <a:rPr lang="es-ES" sz="1400" b="0" strike="noStrike" spc="-1">
                <a:latin typeface="Times New Roman"/>
              </a:rPr>
              <a:t>&lt;pie de página&gt;</a:t>
            </a:r>
          </a:p>
        </p:txBody>
      </p:sp>
      <p:sp>
        <p:nvSpPr>
          <p:cNvPr id="9" name="PlaceHolder 5"/>
          <p:cNvSpPr>
            <a:spLocks noGrp="1"/>
          </p:cNvSpPr>
          <p:nvPr>
            <p:ph type="sldNum" idx="3"/>
          </p:nvPr>
        </p:nvSpPr>
        <p:spPr>
          <a:xfrm>
            <a:off x="7924680" y="6356520"/>
            <a:ext cx="761760" cy="364680"/>
          </a:xfrm>
          <a:prstGeom prst="rect">
            <a:avLst/>
          </a:prstGeom>
          <a:noFill/>
          <a:ln w="0">
            <a:noFill/>
          </a:ln>
        </p:spPr>
        <p:txBody>
          <a:bodyPr lIns="0" tIns="0" rIns="0" bIns="0" anchor="b">
            <a:noAutofit/>
          </a:bodyPr>
          <a:lstStyle>
            <a:lvl1pPr algn="r">
              <a:lnSpc>
                <a:spcPct val="100000"/>
              </a:lnSpc>
              <a:buNone/>
              <a:defRPr lang="es-ES" sz="1200" b="0" strike="noStrike" spc="-1">
                <a:solidFill>
                  <a:srgbClr val="D1EAED"/>
                </a:solidFill>
                <a:latin typeface="Constantia"/>
              </a:defRPr>
            </a:lvl1pPr>
          </a:lstStyle>
          <a:p>
            <a:pPr algn="r">
              <a:lnSpc>
                <a:spcPct val="100000"/>
              </a:lnSpc>
              <a:buNone/>
            </a:pPr>
            <a:fld id="{5E4AAAFB-7A5A-454C-8A55-67FC186B3998}" type="slidenum">
              <a:rPr lang="es-ES" sz="1200" b="0" strike="noStrike" spc="-1">
                <a:solidFill>
                  <a:srgbClr val="D1EAED"/>
                </a:solidFill>
                <a:latin typeface="Constantia"/>
              </a:rPr>
              <a:t>‹Nº›</a:t>
            </a:fld>
            <a:endParaRPr lang="es-E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tile/>
        </a:blipFill>
        <a:effectLst/>
      </p:bgPr>
    </p:bg>
    <p:spTree>
      <p:nvGrpSpPr>
        <p:cNvPr id="1" name=""/>
        <p:cNvGrpSpPr/>
        <p:nvPr/>
      </p:nvGrpSpPr>
      <p:grpSpPr>
        <a:xfrm>
          <a:off x="0" y="0"/>
          <a:ext cx="0" cy="0"/>
          <a:chOff x="0" y="0"/>
          <a:chExt cx="0" cy="0"/>
        </a:xfrm>
      </p:grpSpPr>
      <p:sp>
        <p:nvSpPr>
          <p:cNvPr id="46" name="Freeform 6"/>
          <p:cNvSpPr/>
          <p:nvPr/>
        </p:nvSpPr>
        <p:spPr>
          <a:xfrm>
            <a:off x="-9360" y="-7200"/>
            <a:ext cx="9162720" cy="1041120"/>
          </a:xfrm>
          <a:custGeom>
            <a:avLst/>
            <a:gdLst/>
            <a:ahLst/>
            <a:cxn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scrgbClr r="0" g="0" b="0"/>
          </a:lnRef>
          <a:fillRef idx="0">
            <a:scrgbClr r="0" g="0" b="0"/>
          </a:fillRef>
          <a:effectRef idx="0">
            <a:scrgbClr r="0" g="0" b="0"/>
          </a:effectRef>
          <a:fontRef idx="minor"/>
        </p:style>
      </p:sp>
      <p:sp>
        <p:nvSpPr>
          <p:cNvPr id="47" name="Freeform 7"/>
          <p:cNvSpPr/>
          <p:nvPr/>
        </p:nvSpPr>
        <p:spPr>
          <a:xfrm>
            <a:off x="4381560" y="-7200"/>
            <a:ext cx="4762080" cy="637920"/>
          </a:xfrm>
          <a:custGeom>
            <a:avLst/>
            <a:gdLst/>
            <a:ahLst/>
            <a:cxn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scrgbClr r="0" g="0" b="0"/>
          </a:lnRef>
          <a:fillRef idx="0">
            <a:scrgbClr r="0" g="0" b="0"/>
          </a:fillRef>
          <a:effectRef idx="0">
            <a:scrgbClr r="0" g="0" b="0"/>
          </a:effectRef>
          <a:fontRef idx="minor"/>
        </p:style>
      </p:sp>
      <p:grpSp>
        <p:nvGrpSpPr>
          <p:cNvPr id="48" name="Group 1"/>
          <p:cNvGrpSpPr/>
          <p:nvPr/>
        </p:nvGrpSpPr>
        <p:grpSpPr>
          <a:xfrm>
            <a:off x="-29160" y="-16560"/>
            <a:ext cx="9197640" cy="1086120"/>
            <a:chOff x="-29160" y="-16560"/>
            <a:chExt cx="9197640" cy="1086120"/>
          </a:xfrm>
        </p:grpSpPr>
        <p:sp>
          <p:nvSpPr>
            <p:cNvPr id="49" name="Freeform 11"/>
            <p:cNvSpPr/>
            <p:nvPr/>
          </p:nvSpPr>
          <p:spPr>
            <a:xfrm rot="21435600">
              <a:off x="-18720" y="201960"/>
              <a:ext cx="9162720" cy="648720"/>
            </a:xfrm>
            <a:custGeom>
              <a:avLst/>
              <a:gdLst/>
              <a:ahLst/>
              <a:cxn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scrgbClr r="0" g="0" b="0"/>
            </a:lnRef>
            <a:fillRef idx="0">
              <a:scrgbClr r="0" g="0" b="0"/>
            </a:fillRef>
            <a:effectRef idx="0">
              <a:scrgbClr r="0" g="0" b="0"/>
            </a:effectRef>
            <a:fontRef idx="minor"/>
          </p:style>
        </p:sp>
        <p:sp>
          <p:nvSpPr>
            <p:cNvPr id="50" name="Freeform 12"/>
            <p:cNvSpPr/>
            <p:nvPr/>
          </p:nvSpPr>
          <p:spPr>
            <a:xfrm rot="21435600">
              <a:off x="-14040" y="275400"/>
              <a:ext cx="9175320" cy="529920"/>
            </a:xfrm>
            <a:custGeom>
              <a:avLst/>
              <a:gdLst/>
              <a:ahLst/>
              <a:cxn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scrgbClr r="0" g="0" b="0"/>
            </a:lnRef>
            <a:fillRef idx="0">
              <a:scrgbClr r="0" g="0" b="0"/>
            </a:fillRef>
            <a:effectRef idx="0">
              <a:scrgbClr r="0" g="0" b="0"/>
            </a:effectRef>
            <a:fontRef idx="minor"/>
          </p:style>
        </p:sp>
      </p:grpSp>
      <p:sp>
        <p:nvSpPr>
          <p:cNvPr id="51" name="PlaceHolder 1"/>
          <p:cNvSpPr>
            <a:spLocks noGrp="1"/>
          </p:cNvSpPr>
          <p:nvPr>
            <p:ph type="title"/>
          </p:nvPr>
        </p:nvSpPr>
        <p:spPr>
          <a:xfrm>
            <a:off x="457200" y="704160"/>
            <a:ext cx="8229240" cy="1142640"/>
          </a:xfrm>
          <a:prstGeom prst="rect">
            <a:avLst/>
          </a:prstGeom>
          <a:noFill/>
          <a:ln w="0">
            <a:noFill/>
          </a:ln>
        </p:spPr>
        <p:txBody>
          <a:bodyPr lIns="0" tIns="45000" rIns="0" bIns="0" anchor="b">
            <a:noAutofit/>
          </a:bodyPr>
          <a:lstStyle/>
          <a:p>
            <a:pPr>
              <a:lnSpc>
                <a:spcPct val="100000"/>
              </a:lnSpc>
              <a:buNone/>
            </a:pPr>
            <a:r>
              <a:rPr lang="es-ES" sz="5000" b="0" strike="noStrike" spc="-1">
                <a:solidFill>
                  <a:srgbClr val="04617B"/>
                </a:solidFill>
                <a:latin typeface="Calibri"/>
              </a:rPr>
              <a:t>Haga clic para modificar el estilo de título del patrón</a:t>
            </a:r>
            <a:endParaRPr lang="es-ES" sz="5000" b="0" strike="noStrike" spc="-1">
              <a:solidFill>
                <a:srgbClr val="000000"/>
              </a:solidFill>
              <a:latin typeface="Constantia"/>
            </a:endParaRPr>
          </a:p>
        </p:txBody>
      </p:sp>
      <p:sp>
        <p:nvSpPr>
          <p:cNvPr id="52" name="PlaceHolder 2"/>
          <p:cNvSpPr>
            <a:spLocks noGrp="1"/>
          </p:cNvSpPr>
          <p:nvPr>
            <p:ph type="body"/>
          </p:nvPr>
        </p:nvSpPr>
        <p:spPr>
          <a:xfrm>
            <a:off x="457200" y="1935360"/>
            <a:ext cx="8229240" cy="4388760"/>
          </a:xfrm>
          <a:prstGeom prst="rect">
            <a:avLst/>
          </a:prstGeom>
          <a:noFill/>
          <a:ln w="0">
            <a:noFill/>
          </a:ln>
        </p:spPr>
        <p:txBody>
          <a:bodyPr lIns="90000" tIns="45000" rIns="90000" bIns="45000" anchor="t">
            <a:noAutofit/>
          </a:bodyPr>
          <a:lstStyle/>
          <a:p>
            <a:pPr marL="274320" indent="-274320">
              <a:lnSpc>
                <a:spcPct val="100000"/>
              </a:lnSpc>
              <a:spcBef>
                <a:spcPts val="519"/>
              </a:spcBef>
              <a:buClr>
                <a:srgbClr val="0BD0D9"/>
              </a:buClr>
              <a:buSzPct val="95000"/>
              <a:buFont typeface="Wingdings 2" charset="2"/>
              <a:buChar char=""/>
            </a:pPr>
            <a:r>
              <a:rPr lang="es-ES" sz="2600" b="0" strike="noStrike" spc="-1">
                <a:solidFill>
                  <a:srgbClr val="000000"/>
                </a:solidFill>
                <a:latin typeface="Constantia"/>
              </a:rPr>
              <a:t>Haga clic para modificar el estilo de texto del patrón</a:t>
            </a:r>
          </a:p>
          <a:p>
            <a:pPr marL="640080" lvl="1" indent="-246960">
              <a:lnSpc>
                <a:spcPct val="100000"/>
              </a:lnSpc>
              <a:spcBef>
                <a:spcPts val="479"/>
              </a:spcBef>
              <a:buClr>
                <a:srgbClr val="0F6FC6"/>
              </a:buClr>
              <a:buSzPct val="85000"/>
              <a:buFont typeface="Wingdings 2" charset="2"/>
              <a:buChar char=""/>
            </a:pPr>
            <a:r>
              <a:rPr lang="es-ES" sz="2400" b="0" strike="noStrike" spc="-1">
                <a:solidFill>
                  <a:srgbClr val="000000"/>
                </a:solidFill>
                <a:latin typeface="Constantia"/>
              </a:rPr>
              <a:t>Segundo nivel</a:t>
            </a:r>
          </a:p>
          <a:p>
            <a:pPr marL="914400" lvl="2" indent="-246960">
              <a:lnSpc>
                <a:spcPct val="100000"/>
              </a:lnSpc>
              <a:spcBef>
                <a:spcPts val="420"/>
              </a:spcBef>
              <a:buClr>
                <a:srgbClr val="009DD9"/>
              </a:buClr>
              <a:buSzPct val="70000"/>
              <a:buFont typeface="Wingdings 2" charset="2"/>
              <a:buChar char=""/>
            </a:pPr>
            <a:r>
              <a:rPr lang="es-ES" sz="2100" b="0" strike="noStrike" spc="-1">
                <a:solidFill>
                  <a:srgbClr val="000000"/>
                </a:solidFill>
                <a:latin typeface="Constantia"/>
              </a:rPr>
              <a:t>Tercer nivel</a:t>
            </a:r>
          </a:p>
          <a:p>
            <a:pPr marL="1188720" lvl="3" indent="-210240">
              <a:lnSpc>
                <a:spcPct val="100000"/>
              </a:lnSpc>
              <a:spcBef>
                <a:spcPts val="400"/>
              </a:spcBef>
              <a:buClr>
                <a:srgbClr val="0BD0D9"/>
              </a:buClr>
              <a:buSzPct val="65000"/>
              <a:buFont typeface="Wingdings 2" charset="2"/>
              <a:buChar char=""/>
            </a:pPr>
            <a:r>
              <a:rPr lang="es-ES" sz="2000" b="0" strike="noStrike" spc="-1">
                <a:solidFill>
                  <a:srgbClr val="000000"/>
                </a:solidFill>
                <a:latin typeface="Constantia"/>
              </a:rPr>
              <a:t>Cuarto nivel</a:t>
            </a:r>
          </a:p>
          <a:p>
            <a:pPr marL="1463040" lvl="4" indent="-210240">
              <a:lnSpc>
                <a:spcPct val="100000"/>
              </a:lnSpc>
              <a:spcBef>
                <a:spcPts val="400"/>
              </a:spcBef>
              <a:buClr>
                <a:srgbClr val="10CF9B"/>
              </a:buClr>
              <a:buSzPct val="65000"/>
              <a:buFont typeface="Wingdings 2" charset="2"/>
              <a:buChar char=""/>
            </a:pPr>
            <a:r>
              <a:rPr lang="es-ES" sz="2000" b="0" strike="noStrike" spc="-1">
                <a:solidFill>
                  <a:srgbClr val="000000"/>
                </a:solidFill>
                <a:latin typeface="Constantia"/>
              </a:rPr>
              <a:t>Quinto nivel</a:t>
            </a:r>
          </a:p>
        </p:txBody>
      </p:sp>
      <p:sp>
        <p:nvSpPr>
          <p:cNvPr id="53" name="PlaceHolder 3"/>
          <p:cNvSpPr>
            <a:spLocks noGrp="1"/>
          </p:cNvSpPr>
          <p:nvPr>
            <p:ph type="dt" idx="4"/>
          </p:nvPr>
        </p:nvSpPr>
        <p:spPr>
          <a:xfrm>
            <a:off x="457200" y="6356520"/>
            <a:ext cx="2133360" cy="364680"/>
          </a:xfrm>
          <a:prstGeom prst="rect">
            <a:avLst/>
          </a:prstGeom>
          <a:noFill/>
          <a:ln w="0">
            <a:noFill/>
          </a:ln>
        </p:spPr>
        <p:txBody>
          <a:bodyPr lIns="0" tIns="0" rIns="0" bIns="0" anchor="b">
            <a:noAutofit/>
          </a:bodyPr>
          <a:lstStyle>
            <a:lvl1pPr>
              <a:lnSpc>
                <a:spcPct val="100000"/>
              </a:lnSpc>
              <a:buNone/>
              <a:defRPr lang="en-US" sz="1200" b="0" strike="noStrike" spc="-1">
                <a:solidFill>
                  <a:srgbClr val="035C75"/>
                </a:solidFill>
                <a:latin typeface="Constantia"/>
              </a:defRPr>
            </a:lvl1pPr>
          </a:lstStyle>
          <a:p>
            <a:pPr>
              <a:lnSpc>
                <a:spcPct val="100000"/>
              </a:lnSpc>
              <a:buNone/>
            </a:pPr>
            <a:r>
              <a:rPr lang="en-US" sz="1200" b="0" strike="noStrike" spc="-1">
                <a:solidFill>
                  <a:srgbClr val="035C75"/>
                </a:solidFill>
                <a:latin typeface="Constantia"/>
              </a:rPr>
              <a:t>&lt;fecha/hora&gt;</a:t>
            </a:r>
            <a:endParaRPr lang="es-ES" sz="1200" b="0" strike="noStrike" spc="-1">
              <a:latin typeface="Times New Roman"/>
            </a:endParaRPr>
          </a:p>
        </p:txBody>
      </p:sp>
      <p:sp>
        <p:nvSpPr>
          <p:cNvPr id="54" name="PlaceHolder 4"/>
          <p:cNvSpPr>
            <a:spLocks noGrp="1"/>
          </p:cNvSpPr>
          <p:nvPr>
            <p:ph type="ftr" idx="5"/>
          </p:nvPr>
        </p:nvSpPr>
        <p:spPr>
          <a:xfrm>
            <a:off x="2666880" y="6356520"/>
            <a:ext cx="3352320" cy="364680"/>
          </a:xfrm>
          <a:prstGeom prst="rect">
            <a:avLst/>
          </a:prstGeom>
          <a:noFill/>
          <a:ln w="0">
            <a:noFill/>
          </a:ln>
        </p:spPr>
        <p:txBody>
          <a:bodyPr lIns="0" tIns="0" rIns="0" bIns="0" anchor="b">
            <a:noAutofit/>
          </a:bodyPr>
          <a:lstStyle>
            <a:lvl1pPr algn="ctr">
              <a:buNone/>
              <a:defRPr lang="es-ES" sz="1400" b="0" strike="noStrike" spc="-1">
                <a:latin typeface="Times New Roman"/>
              </a:defRPr>
            </a:lvl1pPr>
          </a:lstStyle>
          <a:p>
            <a:pPr algn="ctr">
              <a:buNone/>
            </a:pPr>
            <a:r>
              <a:rPr lang="es-ES" sz="1400" b="0" strike="noStrike" spc="-1">
                <a:latin typeface="Times New Roman"/>
              </a:rPr>
              <a:t>&lt;pie de página&gt;</a:t>
            </a:r>
          </a:p>
        </p:txBody>
      </p:sp>
      <p:sp>
        <p:nvSpPr>
          <p:cNvPr id="55" name="PlaceHolder 5"/>
          <p:cNvSpPr>
            <a:spLocks noGrp="1"/>
          </p:cNvSpPr>
          <p:nvPr>
            <p:ph type="sldNum" idx="6"/>
          </p:nvPr>
        </p:nvSpPr>
        <p:spPr>
          <a:xfrm>
            <a:off x="7924680" y="6356520"/>
            <a:ext cx="761760" cy="364680"/>
          </a:xfrm>
          <a:prstGeom prst="rect">
            <a:avLst/>
          </a:prstGeom>
          <a:noFill/>
          <a:ln w="0">
            <a:noFill/>
          </a:ln>
        </p:spPr>
        <p:txBody>
          <a:bodyPr lIns="0" tIns="0" rIns="0" bIns="0" anchor="b">
            <a:noAutofit/>
          </a:bodyPr>
          <a:lstStyle>
            <a:lvl1pPr algn="r">
              <a:lnSpc>
                <a:spcPct val="100000"/>
              </a:lnSpc>
              <a:buNone/>
              <a:defRPr lang="es-ES" sz="1200" b="0" strike="noStrike" spc="-1">
                <a:solidFill>
                  <a:srgbClr val="035C75"/>
                </a:solidFill>
                <a:latin typeface="Constantia"/>
              </a:defRPr>
            </a:lvl1pPr>
          </a:lstStyle>
          <a:p>
            <a:pPr algn="r">
              <a:lnSpc>
                <a:spcPct val="100000"/>
              </a:lnSpc>
              <a:buNone/>
            </a:pPr>
            <a:fld id="{BF2894FE-0CC0-4723-BE0D-36012E473F37}" type="slidenum">
              <a:rPr lang="es-ES" sz="1200" b="0" strike="noStrike" spc="-1">
                <a:solidFill>
                  <a:srgbClr val="035C75"/>
                </a:solidFill>
                <a:latin typeface="Constantia"/>
              </a:rPr>
              <a:t>‹Nº›</a:t>
            </a:fld>
            <a:endParaRPr lang="es-E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765000" y="3717000"/>
            <a:ext cx="7772040" cy="1362240"/>
          </a:xfrm>
          <a:prstGeom prst="rect">
            <a:avLst/>
          </a:prstGeom>
          <a:noFill/>
          <a:ln w="0">
            <a:noFill/>
          </a:ln>
        </p:spPr>
        <p:txBody>
          <a:bodyPr lIns="0" tIns="0" rIns="0" bIns="0" anchor="b">
            <a:normAutofit fontScale="90000"/>
          </a:bodyPr>
          <a:lstStyle/>
          <a:p>
            <a:pPr algn="ctr">
              <a:lnSpc>
                <a:spcPct val="100000"/>
              </a:lnSpc>
              <a:buNone/>
            </a:pPr>
            <a:r>
              <a:rPr lang="es-ES" sz="5600" b="1" strike="noStrike" spc="-1">
                <a:solidFill>
                  <a:srgbClr val="FFFFFF"/>
                </a:solidFill>
                <a:latin typeface="Calibri"/>
              </a:rPr>
              <a:t>CSS – UNIDADES DE MEDIDA</a:t>
            </a:r>
            <a:endParaRPr lang="es-ES" sz="5600" b="0" strike="noStrike" spc="-1">
              <a:solidFill>
                <a:srgbClr val="FFFFFF"/>
              </a:solidFill>
              <a:latin typeface="Constantia"/>
            </a:endParaRPr>
          </a:p>
        </p:txBody>
      </p:sp>
      <p:sp>
        <p:nvSpPr>
          <p:cNvPr id="99" name="AutoShape 4"/>
          <p:cNvSpPr/>
          <p:nvPr/>
        </p:nvSpPr>
        <p:spPr>
          <a:xfrm>
            <a:off x="155520" y="-144360"/>
            <a:ext cx="304560" cy="304560"/>
          </a:xfrm>
          <a:prstGeom prst="rect">
            <a:avLst/>
          </a:prstGeom>
          <a:noFill/>
          <a:ln w="0">
            <a:noFill/>
          </a:ln>
        </p:spPr>
        <p:style>
          <a:lnRef idx="0">
            <a:scrgbClr r="0" g="0" b="0"/>
          </a:lnRef>
          <a:fillRef idx="0">
            <a:scrgbClr r="0" g="0" b="0"/>
          </a:fillRef>
          <a:effectRef idx="0">
            <a:scrgbClr r="0" g="0" b="0"/>
          </a:effectRef>
          <a:fontRef idx="minor"/>
        </p:style>
      </p:sp>
      <p:sp>
        <p:nvSpPr>
          <p:cNvPr id="100" name="AutoShape 6"/>
          <p:cNvSpPr/>
          <p:nvPr/>
        </p:nvSpPr>
        <p:spPr>
          <a:xfrm>
            <a:off x="307800" y="7920"/>
            <a:ext cx="304560" cy="304560"/>
          </a:xfrm>
          <a:prstGeom prst="rect">
            <a:avLst/>
          </a:prstGeom>
          <a:noFill/>
          <a:ln w="0">
            <a:noFill/>
          </a:ln>
        </p:spPr>
        <p:style>
          <a:lnRef idx="0">
            <a:scrgbClr r="0" g="0" b="0"/>
          </a:lnRef>
          <a:fillRef idx="0">
            <a:scrgbClr r="0" g="0" b="0"/>
          </a:fillRef>
          <a:effectRef idx="0">
            <a:scrgbClr r="0" g="0" b="0"/>
          </a:effectRef>
          <a:fontRef idx="minor"/>
        </p:style>
      </p:sp>
      <p:sp>
        <p:nvSpPr>
          <p:cNvPr id="101" name="AutoShape 2"/>
          <p:cNvSpPr/>
          <p:nvPr/>
        </p:nvSpPr>
        <p:spPr>
          <a:xfrm>
            <a:off x="460440" y="160200"/>
            <a:ext cx="304560" cy="304560"/>
          </a:xfrm>
          <a:prstGeom prst="rect">
            <a:avLst/>
          </a:prstGeom>
          <a:noFill/>
          <a:ln w="0">
            <a:noFill/>
          </a:ln>
        </p:spPr>
        <p:style>
          <a:lnRef idx="0">
            <a:scrgbClr r="0" g="0" b="0"/>
          </a:lnRef>
          <a:fillRef idx="0">
            <a:scrgbClr r="0" g="0" b="0"/>
          </a:fillRef>
          <a:effectRef idx="0">
            <a:scrgbClr r="0" g="0" b="0"/>
          </a:effectRef>
          <a:fontRef idx="minor"/>
        </p:style>
      </p:sp>
      <p:pic>
        <p:nvPicPr>
          <p:cNvPr id="102" name="Imagen 6"/>
          <p:cNvPicPr/>
          <p:nvPr/>
        </p:nvPicPr>
        <p:blipFill>
          <a:blip r:embed="rId3"/>
          <a:stretch/>
        </p:blipFill>
        <p:spPr>
          <a:xfrm>
            <a:off x="3564000" y="1484640"/>
            <a:ext cx="2133360" cy="1904760"/>
          </a:xfrm>
          <a:prstGeom prst="rect">
            <a:avLst/>
          </a:prstGeom>
          <a:ln w="0">
            <a:noFill/>
          </a:ln>
        </p:spPr>
      </p:pic>
      <p:sp>
        <p:nvSpPr>
          <p:cNvPr id="3" name="PlaceHolder 2"/>
          <p:cNvSpPr>
            <a:spLocks noGrp="1"/>
          </p:cNvSpPr>
          <p:nvPr>
            <p:ph type="sldNum" idx="3"/>
          </p:nvPr>
        </p:nvSpPr>
        <p:spPr/>
        <p:txBody>
          <a:bodyPr/>
          <a:lstStyle/>
          <a:p>
            <a:fld id="{9E10E1B6-3C85-44E4-B8F8-18E47E409EAD}" type="slidenum">
              <a:t>1</a:t>
            </a:f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332640"/>
            <a:ext cx="8506800" cy="1142640"/>
          </a:xfrm>
          <a:prstGeom prst="rect">
            <a:avLst/>
          </a:prstGeom>
          <a:noFill/>
          <a:ln w="0">
            <a:noFill/>
          </a:ln>
        </p:spPr>
        <p:txBody>
          <a:bodyPr lIns="0" tIns="45000" rIns="0" bIns="0" anchor="b">
            <a:normAutofit/>
          </a:bodyPr>
          <a:lstStyle/>
          <a:p>
            <a:pPr>
              <a:lnSpc>
                <a:spcPct val="100000"/>
              </a:lnSpc>
              <a:buNone/>
            </a:pPr>
            <a:r>
              <a:rPr lang="es-ES" sz="4000" b="0" strike="noStrike" spc="-1">
                <a:solidFill>
                  <a:srgbClr val="04617B"/>
                </a:solidFill>
                <a:latin typeface="Calibri"/>
              </a:rPr>
              <a:t>Unidades de medida</a:t>
            </a:r>
            <a:endParaRPr lang="es-ES" sz="4000" b="0" strike="noStrike" spc="-1">
              <a:solidFill>
                <a:srgbClr val="000000"/>
              </a:solidFill>
              <a:latin typeface="Constantia"/>
            </a:endParaRPr>
          </a:p>
        </p:txBody>
      </p:sp>
      <p:sp>
        <p:nvSpPr>
          <p:cNvPr id="104" name="PlaceHolder 2"/>
          <p:cNvSpPr>
            <a:spLocks noGrp="1"/>
          </p:cNvSpPr>
          <p:nvPr>
            <p:ph/>
          </p:nvPr>
        </p:nvSpPr>
        <p:spPr>
          <a:xfrm>
            <a:off x="179640" y="1556640"/>
            <a:ext cx="8784720" cy="4968360"/>
          </a:xfrm>
          <a:prstGeom prst="rect">
            <a:avLst/>
          </a:prstGeom>
          <a:noFill/>
          <a:ln w="0">
            <a:noFill/>
          </a:ln>
        </p:spPr>
        <p:txBody>
          <a:bodyPr lIns="90000" tIns="45000" rIns="90000" bIns="45000" anchor="t">
            <a:noAutofit/>
          </a:bodyPr>
          <a:lstStyle/>
          <a:p>
            <a:pPr marL="264960" indent="-264960" algn="just">
              <a:lnSpc>
                <a:spcPct val="120000"/>
              </a:lnSpc>
              <a:spcAft>
                <a:spcPts val="601"/>
              </a:spcAft>
              <a:buClr>
                <a:srgbClr val="0B5394"/>
              </a:buClr>
              <a:buSzPct val="95000"/>
              <a:buFont typeface="Wingdings 2" charset="2"/>
              <a:buChar char=""/>
            </a:pPr>
            <a:r>
              <a:rPr lang="es-ES" sz="2000" b="0" strike="noStrike" spc="-1">
                <a:solidFill>
                  <a:srgbClr val="000000"/>
                </a:solidFill>
                <a:latin typeface="Calibri"/>
              </a:rPr>
              <a:t>Las medidas en CSS se emplean para definir la </a:t>
            </a:r>
            <a:r>
              <a:rPr lang="es-ES" sz="2000" b="1" strike="noStrike" spc="-1">
                <a:solidFill>
                  <a:srgbClr val="000000"/>
                </a:solidFill>
                <a:latin typeface="Calibri"/>
              </a:rPr>
              <a:t>altura</a:t>
            </a:r>
            <a:r>
              <a:rPr lang="es-ES" sz="2000" b="0" strike="noStrike" spc="-1">
                <a:solidFill>
                  <a:srgbClr val="000000"/>
                </a:solidFill>
                <a:latin typeface="Calibri"/>
              </a:rPr>
              <a:t>, </a:t>
            </a:r>
            <a:r>
              <a:rPr lang="es-ES" sz="2000" b="1" strike="noStrike" spc="-1">
                <a:solidFill>
                  <a:srgbClr val="000000"/>
                </a:solidFill>
                <a:latin typeface="Calibri"/>
              </a:rPr>
              <a:t>anchura</a:t>
            </a:r>
            <a:r>
              <a:rPr lang="es-ES" sz="2000" b="0" strike="noStrike" spc="-1">
                <a:solidFill>
                  <a:srgbClr val="000000"/>
                </a:solidFill>
                <a:latin typeface="Calibri"/>
              </a:rPr>
              <a:t>, </a:t>
            </a:r>
            <a:r>
              <a:rPr lang="es-ES" sz="2000" b="1" strike="noStrike" spc="-1">
                <a:solidFill>
                  <a:srgbClr val="000000"/>
                </a:solidFill>
                <a:latin typeface="Calibri"/>
              </a:rPr>
              <a:t>márgenes </a:t>
            </a:r>
            <a:r>
              <a:rPr lang="es-ES" sz="2000" b="0" strike="noStrike" spc="-1">
                <a:solidFill>
                  <a:srgbClr val="000000"/>
                </a:solidFill>
                <a:latin typeface="Calibri"/>
              </a:rPr>
              <a:t>de los elementos, tamaño de </a:t>
            </a:r>
            <a:r>
              <a:rPr lang="es-ES" sz="2000" b="1" strike="noStrike" spc="-1">
                <a:solidFill>
                  <a:srgbClr val="000000"/>
                </a:solidFill>
                <a:latin typeface="Calibri"/>
              </a:rPr>
              <a:t>letra del texto</a:t>
            </a:r>
            <a:r>
              <a:rPr lang="es-ES" sz="2000" b="0" strike="noStrike" spc="-1">
                <a:solidFill>
                  <a:srgbClr val="000000"/>
                </a:solidFill>
                <a:latin typeface="Calibri"/>
              </a:rPr>
              <a:t>...</a:t>
            </a:r>
            <a:endParaRPr lang="es-ES" sz="2000" b="0" strike="noStrike" spc="-1">
              <a:solidFill>
                <a:srgbClr val="000000"/>
              </a:solidFill>
              <a:latin typeface="Constantia"/>
            </a:endParaRPr>
          </a:p>
          <a:p>
            <a:pPr marL="264960" indent="-264960" algn="just">
              <a:lnSpc>
                <a:spcPct val="120000"/>
              </a:lnSpc>
              <a:spcAft>
                <a:spcPts val="601"/>
              </a:spcAft>
              <a:buClr>
                <a:srgbClr val="0B5394"/>
              </a:buClr>
              <a:buSzPct val="95000"/>
              <a:buFont typeface="Wingdings 2" charset="2"/>
              <a:buChar char=""/>
            </a:pPr>
            <a:r>
              <a:rPr lang="es-ES" sz="2000" b="0" strike="noStrike" spc="-1">
                <a:solidFill>
                  <a:srgbClr val="000000"/>
                </a:solidFill>
                <a:latin typeface="Calibri"/>
              </a:rPr>
              <a:t>Todas las medidas se indican como un </a:t>
            </a:r>
            <a:r>
              <a:rPr lang="es-ES" sz="2000" b="1" strike="noStrike" spc="-1">
                <a:solidFill>
                  <a:srgbClr val="000000"/>
                </a:solidFill>
                <a:latin typeface="Calibri"/>
              </a:rPr>
              <a:t>valor numérico entero o decimal </a:t>
            </a:r>
            <a:r>
              <a:rPr lang="es-ES" sz="2000" b="0" strike="noStrike" spc="-1">
                <a:solidFill>
                  <a:srgbClr val="000000"/>
                </a:solidFill>
                <a:latin typeface="Calibri"/>
              </a:rPr>
              <a:t>seguido de una </a:t>
            </a:r>
            <a:r>
              <a:rPr lang="es-ES" sz="2000" b="1" strike="noStrike" spc="-1">
                <a:solidFill>
                  <a:srgbClr val="000000"/>
                </a:solidFill>
                <a:latin typeface="Calibri"/>
              </a:rPr>
              <a:t>unidad de medida; </a:t>
            </a:r>
            <a:r>
              <a:rPr lang="es-ES" sz="2000" b="0" strike="noStrike" spc="-1">
                <a:solidFill>
                  <a:srgbClr val="000000"/>
                </a:solidFill>
                <a:latin typeface="Calibri"/>
              </a:rPr>
              <a:t>sin ningún espacio en blanco entre el número y la unidad de medida (0.9em, 10px, 2cm).</a:t>
            </a:r>
            <a:endParaRPr lang="es-ES" sz="2000" b="0" strike="noStrike" spc="-1">
              <a:solidFill>
                <a:srgbClr val="000000"/>
              </a:solidFill>
              <a:latin typeface="Constantia"/>
            </a:endParaRPr>
          </a:p>
          <a:p>
            <a:pPr marL="264960" indent="-264960" algn="just">
              <a:lnSpc>
                <a:spcPct val="120000"/>
              </a:lnSpc>
              <a:spcAft>
                <a:spcPts val="601"/>
              </a:spcAft>
              <a:buClr>
                <a:srgbClr val="0B5394"/>
              </a:buClr>
              <a:buSzPct val="95000"/>
              <a:buFont typeface="Wingdings 2" charset="2"/>
              <a:buChar char=""/>
            </a:pPr>
            <a:r>
              <a:rPr lang="es-ES" sz="2000" b="0" strike="noStrike" spc="-1">
                <a:solidFill>
                  <a:srgbClr val="000000"/>
                </a:solidFill>
                <a:latin typeface="Calibri"/>
              </a:rPr>
              <a:t>CSS divide todas las unidades de medida en dos grupos: </a:t>
            </a:r>
            <a:endParaRPr lang="es-ES" sz="2000" b="0" strike="noStrike" spc="-1">
              <a:solidFill>
                <a:srgbClr val="000000"/>
              </a:solidFill>
              <a:latin typeface="Constantia"/>
            </a:endParaRPr>
          </a:p>
          <a:p>
            <a:pPr marL="708840" lvl="1" indent="-343080" algn="just">
              <a:lnSpc>
                <a:spcPct val="120000"/>
              </a:lnSpc>
              <a:spcAft>
                <a:spcPts val="601"/>
              </a:spcAft>
              <a:buClr>
                <a:srgbClr val="0B5394"/>
              </a:buClr>
              <a:buSzPct val="85000"/>
              <a:buFont typeface="Wingdings" charset="2"/>
              <a:buChar char=""/>
            </a:pPr>
            <a:r>
              <a:rPr lang="es-ES" sz="2000" b="1" strike="noStrike" spc="-1">
                <a:solidFill>
                  <a:srgbClr val="000000"/>
                </a:solidFill>
                <a:latin typeface="Calibri"/>
              </a:rPr>
              <a:t>Absolutas</a:t>
            </a:r>
            <a:endParaRPr lang="es-ES" sz="2000" b="0" strike="noStrike" spc="-1">
              <a:solidFill>
                <a:srgbClr val="000000"/>
              </a:solidFill>
              <a:latin typeface="Constantia"/>
            </a:endParaRPr>
          </a:p>
          <a:p>
            <a:pPr marL="708840" lvl="1" indent="-343080" algn="just">
              <a:lnSpc>
                <a:spcPct val="120000"/>
              </a:lnSpc>
              <a:spcAft>
                <a:spcPts val="601"/>
              </a:spcAft>
              <a:buClr>
                <a:srgbClr val="0B5394"/>
              </a:buClr>
              <a:buSzPct val="85000"/>
              <a:buFont typeface="Wingdings" charset="2"/>
              <a:buChar char=""/>
            </a:pPr>
            <a:r>
              <a:rPr lang="es-ES" sz="2000" b="1" strike="noStrike" spc="-1">
                <a:solidFill>
                  <a:srgbClr val="000000"/>
                </a:solidFill>
                <a:latin typeface="Calibri"/>
              </a:rPr>
              <a:t>Relativas</a:t>
            </a:r>
            <a:endParaRPr lang="es-ES" sz="2000" b="0" strike="noStrike" spc="-1">
              <a:solidFill>
                <a:srgbClr val="000000"/>
              </a:solidFill>
              <a:latin typeface="Constantia"/>
            </a:endParaRPr>
          </a:p>
          <a:p>
            <a:pPr>
              <a:lnSpc>
                <a:spcPct val="120000"/>
              </a:lnSpc>
              <a:spcAft>
                <a:spcPts val="601"/>
              </a:spcAft>
              <a:buNone/>
            </a:pPr>
            <a:endParaRPr lang="es-ES" sz="2000" b="0" strike="noStrike" spc="-1">
              <a:solidFill>
                <a:srgbClr val="000000"/>
              </a:solidFill>
              <a:latin typeface="Constantia"/>
            </a:endParaRPr>
          </a:p>
          <a:p>
            <a:endParaRPr lang="es-ES" sz="2000" b="0" strike="noStrike" spc="-1">
              <a:solidFill>
                <a:srgbClr val="000000"/>
              </a:solidFill>
              <a:latin typeface="Constantia"/>
            </a:endParaRPr>
          </a:p>
          <a:p>
            <a:pPr marL="365760">
              <a:lnSpc>
                <a:spcPct val="120000"/>
              </a:lnSpc>
              <a:spcAft>
                <a:spcPts val="601"/>
              </a:spcAft>
              <a:buNone/>
              <a:tabLst>
                <a:tab pos="0" algn="l"/>
              </a:tabLst>
            </a:pPr>
            <a:endParaRPr lang="es-ES" sz="2000" b="0" strike="noStrike" spc="-1">
              <a:solidFill>
                <a:srgbClr val="000000"/>
              </a:solidFill>
              <a:latin typeface="Constantia"/>
            </a:endParaRPr>
          </a:p>
        </p:txBody>
      </p:sp>
      <p:sp>
        <p:nvSpPr>
          <p:cNvPr id="4" name="PlaceHolder 3"/>
          <p:cNvSpPr>
            <a:spLocks noGrp="1"/>
          </p:cNvSpPr>
          <p:nvPr>
            <p:ph type="sldNum" idx="6"/>
          </p:nvPr>
        </p:nvSpPr>
        <p:spPr/>
        <p:txBody>
          <a:bodyPr/>
          <a:lstStyle/>
          <a:p>
            <a:fld id="{F4E772DE-DAD6-4A0F-A7BB-8B79ED7F3D46}" type="slidenum">
              <a:t>2</a:t>
            </a:f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332640"/>
            <a:ext cx="8506800" cy="1142640"/>
          </a:xfrm>
          <a:prstGeom prst="rect">
            <a:avLst/>
          </a:prstGeom>
          <a:noFill/>
          <a:ln w="0">
            <a:noFill/>
          </a:ln>
        </p:spPr>
        <p:txBody>
          <a:bodyPr lIns="0" tIns="45000" rIns="0" bIns="0" anchor="b">
            <a:normAutofit/>
          </a:bodyPr>
          <a:lstStyle/>
          <a:p>
            <a:pPr>
              <a:lnSpc>
                <a:spcPct val="100000"/>
              </a:lnSpc>
              <a:buNone/>
            </a:pPr>
            <a:r>
              <a:rPr lang="es-ES" sz="4000" b="0" strike="noStrike" spc="-1">
                <a:solidFill>
                  <a:srgbClr val="04617B"/>
                </a:solidFill>
                <a:latin typeface="Calibri"/>
              </a:rPr>
              <a:t>Unidades de medida</a:t>
            </a:r>
            <a:endParaRPr lang="es-ES" sz="4000" b="0" strike="noStrike" spc="-1">
              <a:solidFill>
                <a:srgbClr val="000000"/>
              </a:solidFill>
              <a:latin typeface="Constantia"/>
            </a:endParaRPr>
          </a:p>
        </p:txBody>
      </p:sp>
      <p:sp>
        <p:nvSpPr>
          <p:cNvPr id="106" name="PlaceHolder 2"/>
          <p:cNvSpPr>
            <a:spLocks noGrp="1"/>
          </p:cNvSpPr>
          <p:nvPr>
            <p:ph/>
          </p:nvPr>
        </p:nvSpPr>
        <p:spPr>
          <a:xfrm>
            <a:off x="457200" y="1556640"/>
            <a:ext cx="8506800" cy="4968360"/>
          </a:xfrm>
          <a:prstGeom prst="rect">
            <a:avLst/>
          </a:prstGeom>
          <a:noFill/>
          <a:ln w="0">
            <a:noFill/>
          </a:ln>
        </p:spPr>
        <p:txBody>
          <a:bodyPr lIns="90000" tIns="45000" rIns="90000" bIns="45000" anchor="t">
            <a:noAutofit/>
          </a:bodyPr>
          <a:lstStyle/>
          <a:p>
            <a:pPr algn="just">
              <a:lnSpc>
                <a:spcPct val="120000"/>
              </a:lnSpc>
              <a:spcAft>
                <a:spcPts val="601"/>
              </a:spcAft>
              <a:buNone/>
              <a:tabLst>
                <a:tab pos="0" algn="l"/>
              </a:tabLst>
            </a:pPr>
            <a:r>
              <a:rPr lang="es-ES" sz="2400" b="1" strike="noStrike" spc="-1">
                <a:solidFill>
                  <a:srgbClr val="000000"/>
                </a:solidFill>
                <a:latin typeface="Calibri"/>
              </a:rPr>
              <a:t>Unidades relativas</a:t>
            </a:r>
            <a:endParaRPr lang="es-ES" sz="2400" b="0" strike="noStrike" spc="-1">
              <a:solidFill>
                <a:srgbClr val="000000"/>
              </a:solidFill>
              <a:latin typeface="Constantia"/>
            </a:endParaRPr>
          </a:p>
          <a:p>
            <a:pPr marL="630720" lvl="1" indent="-264960" algn="just">
              <a:lnSpc>
                <a:spcPct val="100000"/>
              </a:lnSpc>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Definen su valor en relación a otra medida. </a:t>
            </a:r>
            <a:endParaRPr lang="es-ES" sz="2000" b="0" strike="noStrike" spc="-1">
              <a:solidFill>
                <a:srgbClr val="000000"/>
              </a:solidFill>
              <a:latin typeface="Constantia"/>
            </a:endParaRPr>
          </a:p>
          <a:p>
            <a:pPr marL="630720" lvl="1" indent="-264960" algn="just">
              <a:lnSpc>
                <a:spcPct val="100000"/>
              </a:lnSpc>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La unidades relativas son más flexibles que las unidades absolutas porque se adaptan más fácilmente a los diferentes medios.</a:t>
            </a:r>
            <a:endParaRPr lang="es-ES" sz="2000" b="0" strike="noStrike" spc="-1">
              <a:solidFill>
                <a:srgbClr val="000000"/>
              </a:solidFill>
              <a:latin typeface="Constantia"/>
            </a:endParaRPr>
          </a:p>
          <a:p>
            <a:pPr marL="905040" lvl="2" indent="-264960" algn="just">
              <a:lnSpc>
                <a:spcPct val="100000"/>
              </a:lnSpc>
              <a:spcAft>
                <a:spcPts val="601"/>
              </a:spcAft>
              <a:buClr>
                <a:srgbClr val="0B5394"/>
              </a:buClr>
              <a:buSzPct val="70000"/>
              <a:buFont typeface="Wingdings" charset="2"/>
              <a:buChar char=""/>
              <a:tabLst>
                <a:tab pos="0" algn="l"/>
              </a:tabLst>
            </a:pPr>
            <a:r>
              <a:rPr lang="es-ES" sz="2000" b="1" strike="noStrike" spc="-1">
                <a:solidFill>
                  <a:srgbClr val="000000"/>
                </a:solidFill>
                <a:latin typeface="Calibri"/>
              </a:rPr>
              <a:t>em</a:t>
            </a:r>
            <a:r>
              <a:rPr lang="es-ES" sz="2000" b="0" strike="noStrike" spc="-1">
                <a:solidFill>
                  <a:srgbClr val="000000"/>
                </a:solidFill>
                <a:latin typeface="Calibri"/>
              </a:rPr>
              <a:t>: relativa respecto del tamaño de letra empleado en el contenedor padre. El valor de 1em se puede aproximar por la anchura de la letra M.</a:t>
            </a:r>
            <a:endParaRPr lang="es-ES" sz="2000" b="0" strike="noStrike" spc="-1">
              <a:solidFill>
                <a:srgbClr val="000000"/>
              </a:solidFill>
              <a:latin typeface="Constantia"/>
            </a:endParaRPr>
          </a:p>
          <a:p>
            <a:pPr marL="905040" lvl="2" indent="-264960" algn="just">
              <a:lnSpc>
                <a:spcPct val="100000"/>
              </a:lnSpc>
              <a:spcAft>
                <a:spcPts val="601"/>
              </a:spcAft>
              <a:buClr>
                <a:srgbClr val="0B5394"/>
              </a:buClr>
              <a:buSzPct val="70000"/>
              <a:buFont typeface="Wingdings" charset="2"/>
              <a:buChar char=""/>
              <a:tabLst>
                <a:tab pos="0" algn="l"/>
              </a:tabLst>
            </a:pPr>
            <a:r>
              <a:rPr lang="es-ES" sz="2000" b="1" strike="noStrike" spc="-1">
                <a:solidFill>
                  <a:srgbClr val="000000"/>
                </a:solidFill>
                <a:latin typeface="Calibri"/>
              </a:rPr>
              <a:t>rem</a:t>
            </a:r>
            <a:r>
              <a:rPr lang="es-ES" sz="2000" b="0" strike="noStrike" spc="-1">
                <a:solidFill>
                  <a:srgbClr val="000000"/>
                </a:solidFill>
                <a:latin typeface="Calibri"/>
              </a:rPr>
              <a:t>: relativa respecto del tamaño de letra empleado en el body.</a:t>
            </a:r>
            <a:endParaRPr lang="es-ES" sz="2000" b="0" strike="noStrike" spc="-1">
              <a:solidFill>
                <a:srgbClr val="000000"/>
              </a:solidFill>
              <a:latin typeface="Constantia"/>
            </a:endParaRPr>
          </a:p>
          <a:p>
            <a:pPr marL="905040" lvl="2" indent="-264960" algn="just">
              <a:lnSpc>
                <a:spcPct val="100000"/>
              </a:lnSpc>
              <a:spcAft>
                <a:spcPts val="601"/>
              </a:spcAft>
              <a:buClr>
                <a:srgbClr val="0B5394"/>
              </a:buClr>
              <a:buSzPct val="70000"/>
              <a:buFont typeface="Wingdings" charset="2"/>
              <a:buChar char=""/>
              <a:tabLst>
                <a:tab pos="0" algn="l"/>
              </a:tabLst>
            </a:pPr>
            <a:r>
              <a:rPr lang="es-ES" sz="2000" b="1" strike="noStrike" spc="-1">
                <a:solidFill>
                  <a:srgbClr val="000000"/>
                </a:solidFill>
                <a:latin typeface="Calibri"/>
              </a:rPr>
              <a:t>ex</a:t>
            </a:r>
            <a:r>
              <a:rPr lang="es-ES" sz="2000" b="0" strike="noStrike" spc="-1">
                <a:solidFill>
                  <a:srgbClr val="000000"/>
                </a:solidFill>
                <a:latin typeface="Calibri"/>
              </a:rPr>
              <a:t>: relativa respecto de la altura de la letra x del tipo de letra utilizado</a:t>
            </a:r>
            <a:endParaRPr lang="es-ES" sz="2000" b="0" strike="noStrike" spc="-1">
              <a:solidFill>
                <a:srgbClr val="000000"/>
              </a:solidFill>
              <a:latin typeface="Constantia"/>
            </a:endParaRPr>
          </a:p>
          <a:p>
            <a:pPr marL="905040" lvl="2" indent="-264960" algn="just">
              <a:lnSpc>
                <a:spcPct val="100000"/>
              </a:lnSpc>
              <a:spcAft>
                <a:spcPts val="601"/>
              </a:spcAft>
              <a:buClr>
                <a:srgbClr val="0B5394"/>
              </a:buClr>
              <a:buSzPct val="70000"/>
              <a:buFont typeface="Wingdings" charset="2"/>
              <a:buChar char=""/>
              <a:tabLst>
                <a:tab pos="0" algn="l"/>
              </a:tabLst>
            </a:pPr>
            <a:r>
              <a:rPr lang="es-ES" sz="2000" b="1" strike="noStrike" spc="-1">
                <a:solidFill>
                  <a:srgbClr val="000000"/>
                </a:solidFill>
                <a:latin typeface="Calibri"/>
              </a:rPr>
              <a:t>px</a:t>
            </a:r>
            <a:r>
              <a:rPr lang="es-ES" sz="2000" b="0" strike="noStrike" spc="-1">
                <a:solidFill>
                  <a:srgbClr val="000000"/>
                </a:solidFill>
                <a:latin typeface="Calibri"/>
              </a:rPr>
              <a:t>: (píxel) relativa respecto de la pantalla del usuario se consideran relativas, ya que el aspecto de los elementos dependerá de la resolución del dispositivo en el que se visualiza el documento HTML. En la practica se considera unidad absoluta.</a:t>
            </a:r>
            <a:endParaRPr lang="es-ES" sz="2000" b="0" strike="noStrike" spc="-1">
              <a:solidFill>
                <a:srgbClr val="000000"/>
              </a:solidFill>
              <a:latin typeface="Constantia"/>
            </a:endParaRPr>
          </a:p>
          <a:p>
            <a:pPr>
              <a:lnSpc>
                <a:spcPct val="120000"/>
              </a:lnSpc>
              <a:spcAft>
                <a:spcPts val="601"/>
              </a:spcAft>
              <a:buNone/>
              <a:tabLst>
                <a:tab pos="0" algn="l"/>
              </a:tabLst>
            </a:pPr>
            <a:endParaRPr lang="es-ES" sz="2000" b="0" strike="noStrike" spc="-1">
              <a:solidFill>
                <a:srgbClr val="000000"/>
              </a:solidFill>
              <a:latin typeface="Constantia"/>
            </a:endParaRPr>
          </a:p>
          <a:p>
            <a:endParaRPr lang="es-ES" sz="2000" b="0" strike="noStrike" spc="-1">
              <a:solidFill>
                <a:srgbClr val="000000"/>
              </a:solidFill>
              <a:latin typeface="Constantia"/>
            </a:endParaRPr>
          </a:p>
          <a:p>
            <a:pPr marL="365760">
              <a:lnSpc>
                <a:spcPct val="120000"/>
              </a:lnSpc>
              <a:spcAft>
                <a:spcPts val="601"/>
              </a:spcAft>
              <a:buNone/>
              <a:tabLst>
                <a:tab pos="0" algn="l"/>
              </a:tabLst>
            </a:pPr>
            <a:endParaRPr lang="es-ES" sz="2000" b="0" strike="noStrike" spc="-1">
              <a:solidFill>
                <a:srgbClr val="000000"/>
              </a:solidFill>
              <a:latin typeface="Constantia"/>
            </a:endParaRPr>
          </a:p>
        </p:txBody>
      </p:sp>
      <p:sp>
        <p:nvSpPr>
          <p:cNvPr id="4" name="PlaceHolder 3"/>
          <p:cNvSpPr>
            <a:spLocks noGrp="1"/>
          </p:cNvSpPr>
          <p:nvPr>
            <p:ph type="sldNum" idx="6"/>
          </p:nvPr>
        </p:nvSpPr>
        <p:spPr/>
        <p:txBody>
          <a:bodyPr/>
          <a:lstStyle/>
          <a:p>
            <a:fld id="{AA00F60A-9375-41D3-8947-586141AF1748}" type="slidenum">
              <a:t>3</a:t>
            </a:f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332640"/>
            <a:ext cx="8506800" cy="1142640"/>
          </a:xfrm>
          <a:prstGeom prst="rect">
            <a:avLst/>
          </a:prstGeom>
          <a:noFill/>
          <a:ln w="0">
            <a:noFill/>
          </a:ln>
        </p:spPr>
        <p:txBody>
          <a:bodyPr lIns="0" tIns="45000" rIns="0" bIns="0" anchor="b">
            <a:normAutofit/>
          </a:bodyPr>
          <a:lstStyle/>
          <a:p>
            <a:pPr>
              <a:lnSpc>
                <a:spcPct val="100000"/>
              </a:lnSpc>
              <a:buNone/>
            </a:pPr>
            <a:r>
              <a:rPr lang="es-ES" sz="4000" b="0" strike="noStrike" spc="-1">
                <a:solidFill>
                  <a:srgbClr val="04617B"/>
                </a:solidFill>
                <a:latin typeface="Calibri"/>
              </a:rPr>
              <a:t>Unidades de medida</a:t>
            </a:r>
            <a:endParaRPr lang="es-ES" sz="4000" b="0" strike="noStrike" spc="-1">
              <a:solidFill>
                <a:srgbClr val="000000"/>
              </a:solidFill>
              <a:latin typeface="Constantia"/>
            </a:endParaRPr>
          </a:p>
        </p:txBody>
      </p:sp>
      <p:sp>
        <p:nvSpPr>
          <p:cNvPr id="108" name="PlaceHolder 2"/>
          <p:cNvSpPr>
            <a:spLocks noGrp="1"/>
          </p:cNvSpPr>
          <p:nvPr>
            <p:ph/>
          </p:nvPr>
        </p:nvSpPr>
        <p:spPr>
          <a:xfrm>
            <a:off x="467640" y="1556640"/>
            <a:ext cx="7920360" cy="4968360"/>
          </a:xfrm>
          <a:prstGeom prst="rect">
            <a:avLst/>
          </a:prstGeom>
          <a:noFill/>
          <a:ln w="0">
            <a:noFill/>
          </a:ln>
        </p:spPr>
        <p:txBody>
          <a:bodyPr lIns="90000" tIns="45000" rIns="90000" bIns="45000" anchor="t">
            <a:noAutofit/>
          </a:bodyPr>
          <a:lstStyle/>
          <a:p>
            <a:pPr>
              <a:lnSpc>
                <a:spcPct val="120000"/>
              </a:lnSpc>
              <a:spcAft>
                <a:spcPts val="601"/>
              </a:spcAft>
              <a:buNone/>
              <a:tabLst>
                <a:tab pos="0" algn="l"/>
              </a:tabLst>
            </a:pPr>
            <a:r>
              <a:rPr lang="es-ES" sz="2400" b="1" strike="noStrike" spc="-1">
                <a:solidFill>
                  <a:srgbClr val="000000"/>
                </a:solidFill>
                <a:latin typeface="Calibri"/>
              </a:rPr>
              <a:t>Unidades absolutas</a:t>
            </a:r>
            <a:endParaRPr lang="es-ES" sz="2400" b="0" strike="noStrike" spc="-1">
              <a:solidFill>
                <a:srgbClr val="000000"/>
              </a:solidFill>
              <a:latin typeface="Constantia"/>
            </a:endParaRPr>
          </a:p>
          <a:p>
            <a:pPr marL="630720" lvl="1" indent="-264960" algn="just">
              <a:lnSpc>
                <a:spcPct val="100000"/>
              </a:lnSpc>
              <a:spcAft>
                <a:spcPts val="601"/>
              </a:spcAft>
              <a:buClr>
                <a:srgbClr val="0B5394"/>
              </a:buClr>
              <a:buSzPct val="85000"/>
              <a:buFont typeface="Wingdings 2" charset="2"/>
              <a:buChar char=""/>
              <a:tabLst>
                <a:tab pos="0" algn="l"/>
              </a:tabLst>
            </a:pPr>
            <a:r>
              <a:rPr lang="es-ES" sz="1800" b="0" strike="noStrike" spc="-1">
                <a:solidFill>
                  <a:srgbClr val="000000"/>
                </a:solidFill>
                <a:latin typeface="Calibri"/>
              </a:rPr>
              <a:t>Las unidades absolutas definen las medidas de forma completa. No se calculan a partir de otro valor de referencia. </a:t>
            </a:r>
            <a:r>
              <a:rPr lang="es-ES" sz="1800" b="1" strike="noStrike" spc="-1">
                <a:solidFill>
                  <a:srgbClr val="000000"/>
                </a:solidFill>
                <a:latin typeface="Calibri"/>
              </a:rPr>
              <a:t>Son directamente los valores indicados</a:t>
            </a:r>
            <a:r>
              <a:rPr lang="es-ES" sz="1800" b="0" strike="noStrike" spc="-1">
                <a:solidFill>
                  <a:srgbClr val="000000"/>
                </a:solidFill>
                <a:latin typeface="Calibri"/>
              </a:rPr>
              <a:t>.</a:t>
            </a:r>
            <a:endParaRPr lang="es-ES" sz="1800" b="0" strike="noStrike" spc="-1">
              <a:solidFill>
                <a:srgbClr val="000000"/>
              </a:solidFill>
              <a:latin typeface="Constantia"/>
            </a:endParaRPr>
          </a:p>
          <a:p>
            <a:pPr marL="925920" lvl="2" indent="-285840" algn="just">
              <a:lnSpc>
                <a:spcPct val="100000"/>
              </a:lnSpc>
              <a:buClr>
                <a:srgbClr val="0B5394"/>
              </a:buClr>
              <a:buSzPct val="70000"/>
              <a:buFont typeface="Wingdings" charset="2"/>
              <a:buChar char=""/>
              <a:tabLst>
                <a:tab pos="0" algn="l"/>
              </a:tabLst>
            </a:pPr>
            <a:r>
              <a:rPr lang="es-ES" sz="1800" b="1" strike="noStrike" spc="-1">
                <a:solidFill>
                  <a:srgbClr val="000000"/>
                </a:solidFill>
                <a:latin typeface="Calibri"/>
              </a:rPr>
              <a:t>in</a:t>
            </a:r>
            <a:r>
              <a:rPr lang="es-ES" sz="1800" b="0" strike="noStrike" spc="-1">
                <a:solidFill>
                  <a:srgbClr val="000000"/>
                </a:solidFill>
                <a:latin typeface="Calibri"/>
              </a:rPr>
              <a:t>, del inglés "inches", pulgadas (1 pulgada son 2.54 centímetros)</a:t>
            </a:r>
            <a:endParaRPr lang="es-ES" sz="1800" b="0" strike="noStrike" spc="-1">
              <a:solidFill>
                <a:srgbClr val="000000"/>
              </a:solidFill>
              <a:latin typeface="Constantia"/>
            </a:endParaRPr>
          </a:p>
          <a:p>
            <a:pPr marL="925920" lvl="2" indent="-285840" algn="just">
              <a:lnSpc>
                <a:spcPct val="100000"/>
              </a:lnSpc>
              <a:buClr>
                <a:srgbClr val="0B5394"/>
              </a:buClr>
              <a:buSzPct val="70000"/>
              <a:buFont typeface="Wingdings" charset="2"/>
              <a:buChar char=""/>
              <a:tabLst>
                <a:tab pos="0" algn="l"/>
              </a:tabLst>
            </a:pPr>
            <a:r>
              <a:rPr lang="es-ES" sz="1800" b="1" strike="noStrike" spc="-1">
                <a:solidFill>
                  <a:srgbClr val="000000"/>
                </a:solidFill>
                <a:latin typeface="Calibri"/>
              </a:rPr>
              <a:t>cm</a:t>
            </a:r>
            <a:r>
              <a:rPr lang="es-ES" sz="1800" b="0" strike="noStrike" spc="-1">
                <a:solidFill>
                  <a:srgbClr val="000000"/>
                </a:solidFill>
                <a:latin typeface="Calibri"/>
              </a:rPr>
              <a:t>, centímetros</a:t>
            </a:r>
            <a:endParaRPr lang="es-ES" sz="1800" b="0" strike="noStrike" spc="-1">
              <a:solidFill>
                <a:srgbClr val="000000"/>
              </a:solidFill>
              <a:latin typeface="Constantia"/>
            </a:endParaRPr>
          </a:p>
          <a:p>
            <a:pPr marL="925920" lvl="2" indent="-285840" algn="just">
              <a:lnSpc>
                <a:spcPct val="100000"/>
              </a:lnSpc>
              <a:buClr>
                <a:srgbClr val="0B5394"/>
              </a:buClr>
              <a:buSzPct val="70000"/>
              <a:buFont typeface="Wingdings" charset="2"/>
              <a:buChar char=""/>
              <a:tabLst>
                <a:tab pos="0" algn="l"/>
              </a:tabLst>
            </a:pPr>
            <a:r>
              <a:rPr lang="es-ES" sz="1800" b="1" strike="noStrike" spc="-1">
                <a:solidFill>
                  <a:srgbClr val="000000"/>
                </a:solidFill>
                <a:latin typeface="Calibri"/>
              </a:rPr>
              <a:t>mm</a:t>
            </a:r>
            <a:r>
              <a:rPr lang="es-ES" sz="1800" b="0" strike="noStrike" spc="-1">
                <a:solidFill>
                  <a:srgbClr val="000000"/>
                </a:solidFill>
                <a:latin typeface="Calibri"/>
              </a:rPr>
              <a:t>, milímetros</a:t>
            </a:r>
            <a:endParaRPr lang="es-ES" sz="1800" b="0" strike="noStrike" spc="-1">
              <a:solidFill>
                <a:srgbClr val="000000"/>
              </a:solidFill>
              <a:latin typeface="Constantia"/>
            </a:endParaRPr>
          </a:p>
          <a:p>
            <a:pPr marL="925920" lvl="2" indent="-285840" algn="just">
              <a:lnSpc>
                <a:spcPct val="100000"/>
              </a:lnSpc>
              <a:buClr>
                <a:srgbClr val="0B5394"/>
              </a:buClr>
              <a:buSzPct val="70000"/>
              <a:buFont typeface="Wingdings" charset="2"/>
              <a:buChar char=""/>
              <a:tabLst>
                <a:tab pos="0" algn="l"/>
              </a:tabLst>
            </a:pPr>
            <a:r>
              <a:rPr lang="es-ES" sz="1800" b="1" strike="noStrike" spc="-1">
                <a:solidFill>
                  <a:srgbClr val="000000"/>
                </a:solidFill>
                <a:latin typeface="Calibri"/>
              </a:rPr>
              <a:t>pt</a:t>
            </a:r>
            <a:r>
              <a:rPr lang="es-ES" sz="1800" b="0" strike="noStrike" spc="-1">
                <a:solidFill>
                  <a:srgbClr val="000000"/>
                </a:solidFill>
                <a:latin typeface="Calibri"/>
              </a:rPr>
              <a:t>, puntos (1 punto equivale a 1/72pulgadas). Es la unidad adecuada para indicar el tamaño de la letra para los documentos a imprimir.</a:t>
            </a:r>
            <a:endParaRPr lang="es-ES" sz="1800" b="0" strike="noStrike" spc="-1">
              <a:solidFill>
                <a:srgbClr val="000000"/>
              </a:solidFill>
              <a:latin typeface="Constantia"/>
            </a:endParaRPr>
          </a:p>
          <a:p>
            <a:pPr marL="925920" lvl="2" indent="-285840" algn="just">
              <a:lnSpc>
                <a:spcPct val="100000"/>
              </a:lnSpc>
              <a:buClr>
                <a:srgbClr val="0B5394"/>
              </a:buClr>
              <a:buSzPct val="70000"/>
              <a:buFont typeface="Wingdings" charset="2"/>
              <a:buChar char=""/>
              <a:tabLst>
                <a:tab pos="0" algn="l"/>
              </a:tabLst>
            </a:pPr>
            <a:r>
              <a:rPr lang="es-ES" sz="1800" b="1" strike="noStrike" spc="-1">
                <a:solidFill>
                  <a:srgbClr val="000000"/>
                </a:solidFill>
                <a:latin typeface="Calibri"/>
              </a:rPr>
              <a:t>pc</a:t>
            </a:r>
            <a:r>
              <a:rPr lang="es-ES" sz="1800" b="0" strike="noStrike" spc="-1">
                <a:solidFill>
                  <a:srgbClr val="000000"/>
                </a:solidFill>
                <a:latin typeface="Calibri"/>
              </a:rPr>
              <a:t>, picas (1 pica equivale a 12 puntos)</a:t>
            </a:r>
            <a:endParaRPr lang="es-ES" sz="1800" b="0" strike="noStrike" spc="-1">
              <a:solidFill>
                <a:srgbClr val="000000"/>
              </a:solidFill>
              <a:latin typeface="Constantia"/>
            </a:endParaRPr>
          </a:p>
          <a:p>
            <a:pPr marL="630720" lvl="1" indent="-264960" algn="just">
              <a:lnSpc>
                <a:spcPct val="100000"/>
              </a:lnSpc>
              <a:spcBef>
                <a:spcPts val="1199"/>
              </a:spcBef>
              <a:spcAft>
                <a:spcPts val="601"/>
              </a:spcAft>
              <a:buClr>
                <a:srgbClr val="0B5394"/>
              </a:buClr>
              <a:buSzPct val="85000"/>
              <a:buFont typeface="Wingdings 2" charset="2"/>
              <a:buChar char=""/>
              <a:tabLst>
                <a:tab pos="0" algn="l"/>
              </a:tabLst>
            </a:pPr>
            <a:r>
              <a:rPr lang="es-ES" sz="1800" b="0" strike="noStrike" spc="-1">
                <a:solidFill>
                  <a:srgbClr val="000000"/>
                </a:solidFill>
                <a:latin typeface="Calibri"/>
              </a:rPr>
              <a:t>Su uso es idéntico al de las unidades relativas, con la diferencia que los valores indicados son directamente los valores que se utilizan, sin necesidad de calcular los valores reales en función de otras referencias.</a:t>
            </a:r>
            <a:endParaRPr lang="es-ES" sz="1800" b="0" strike="noStrike" spc="-1">
              <a:solidFill>
                <a:srgbClr val="000000"/>
              </a:solidFill>
              <a:latin typeface="Constantia"/>
            </a:endParaRPr>
          </a:p>
          <a:p>
            <a:endParaRPr lang="es-ES" sz="1800" b="0" strike="noStrike" spc="-1">
              <a:solidFill>
                <a:srgbClr val="000000"/>
              </a:solidFill>
              <a:latin typeface="Constantia"/>
            </a:endParaRPr>
          </a:p>
          <a:p>
            <a:endParaRPr lang="es-ES" sz="1800" b="0" strike="noStrike" spc="-1">
              <a:solidFill>
                <a:srgbClr val="000000"/>
              </a:solidFill>
              <a:latin typeface="Constantia"/>
            </a:endParaRPr>
          </a:p>
          <a:p>
            <a:endParaRPr lang="es-ES" sz="1800" b="0" strike="noStrike" spc="-1">
              <a:solidFill>
                <a:srgbClr val="000000"/>
              </a:solidFill>
              <a:latin typeface="Constantia"/>
            </a:endParaRPr>
          </a:p>
          <a:p>
            <a:pPr marL="365760">
              <a:lnSpc>
                <a:spcPct val="120000"/>
              </a:lnSpc>
              <a:spcAft>
                <a:spcPts val="601"/>
              </a:spcAft>
              <a:buNone/>
              <a:tabLst>
                <a:tab pos="0" algn="l"/>
              </a:tabLst>
            </a:pPr>
            <a:endParaRPr lang="es-ES" sz="1800" b="0" strike="noStrike" spc="-1">
              <a:solidFill>
                <a:srgbClr val="000000"/>
              </a:solidFill>
              <a:latin typeface="Constantia"/>
            </a:endParaRPr>
          </a:p>
        </p:txBody>
      </p:sp>
      <p:sp>
        <p:nvSpPr>
          <p:cNvPr id="109" name="Text Box 4"/>
          <p:cNvSpPr/>
          <p:nvPr/>
        </p:nvSpPr>
        <p:spPr>
          <a:xfrm>
            <a:off x="1060920" y="5767200"/>
            <a:ext cx="6896880" cy="72972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nchor="t">
            <a:spAutoFit/>
          </a:bodyPr>
          <a:lstStyle/>
          <a:p>
            <a:pPr marL="266760" indent="-266760">
              <a:lnSpc>
                <a:spcPct val="100000"/>
              </a:lnSpc>
              <a:buNone/>
              <a:tabLst>
                <a:tab pos="0" algn="l"/>
              </a:tabLst>
            </a:pPr>
            <a:r>
              <a:rPr lang="en-US" sz="1400" b="0" strike="noStrike" spc="-1">
                <a:solidFill>
                  <a:srgbClr val="000000"/>
                </a:solidFill>
                <a:latin typeface="Courier New"/>
              </a:rPr>
              <a:t>body { margin: 0.5in; }</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h1 { line-height: 2.5cm; }</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a { font-size: 12pt; }</a:t>
            </a:r>
            <a:endParaRPr lang="es-ES" sz="1400" b="0" strike="noStrike" spc="-1">
              <a:latin typeface="Arial"/>
            </a:endParaRPr>
          </a:p>
        </p:txBody>
      </p:sp>
      <p:sp>
        <p:nvSpPr>
          <p:cNvPr id="4" name="PlaceHolder 3"/>
          <p:cNvSpPr>
            <a:spLocks noGrp="1"/>
          </p:cNvSpPr>
          <p:nvPr>
            <p:ph type="sldNum" idx="6"/>
          </p:nvPr>
        </p:nvSpPr>
        <p:spPr/>
        <p:txBody>
          <a:bodyPr/>
          <a:lstStyle/>
          <a:p>
            <a:fld id="{8BD7D9D4-D5DF-4010-A7F3-CFA3650C582A}" type="slidenum">
              <a:t>4</a:t>
            </a:f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332640"/>
            <a:ext cx="8506800" cy="1142640"/>
          </a:xfrm>
          <a:prstGeom prst="rect">
            <a:avLst/>
          </a:prstGeom>
          <a:noFill/>
          <a:ln w="0">
            <a:noFill/>
          </a:ln>
        </p:spPr>
        <p:txBody>
          <a:bodyPr lIns="0" tIns="45000" rIns="0" bIns="0" anchor="b">
            <a:normAutofit/>
          </a:bodyPr>
          <a:lstStyle/>
          <a:p>
            <a:pPr>
              <a:lnSpc>
                <a:spcPct val="100000"/>
              </a:lnSpc>
              <a:buNone/>
            </a:pPr>
            <a:r>
              <a:rPr lang="es-ES" sz="4000" b="0" strike="noStrike" spc="-1">
                <a:solidFill>
                  <a:srgbClr val="04617B"/>
                </a:solidFill>
                <a:latin typeface="Calibri"/>
              </a:rPr>
              <a:t>Unidades de medida</a:t>
            </a:r>
            <a:endParaRPr lang="es-ES" sz="4000" b="0" strike="noStrike" spc="-1">
              <a:solidFill>
                <a:srgbClr val="000000"/>
              </a:solidFill>
              <a:latin typeface="Constantia"/>
            </a:endParaRPr>
          </a:p>
        </p:txBody>
      </p:sp>
      <p:sp>
        <p:nvSpPr>
          <p:cNvPr id="111" name="PlaceHolder 2"/>
          <p:cNvSpPr>
            <a:spLocks noGrp="1"/>
          </p:cNvSpPr>
          <p:nvPr>
            <p:ph/>
          </p:nvPr>
        </p:nvSpPr>
        <p:spPr>
          <a:xfrm>
            <a:off x="467640" y="1556640"/>
            <a:ext cx="7920360" cy="4968360"/>
          </a:xfrm>
          <a:prstGeom prst="rect">
            <a:avLst/>
          </a:prstGeom>
          <a:noFill/>
          <a:ln w="0">
            <a:noFill/>
          </a:ln>
        </p:spPr>
        <p:txBody>
          <a:bodyPr lIns="90000" tIns="45000" rIns="90000" bIns="45000" anchor="t">
            <a:noAutofit/>
          </a:bodyPr>
          <a:lstStyle/>
          <a:p>
            <a:pPr marL="272880" lvl="1" indent="-177840" algn="just">
              <a:lnSpc>
                <a:spcPct val="100000"/>
              </a:lnSpc>
              <a:spcAft>
                <a:spcPts val="601"/>
              </a:spcAft>
              <a:buClr>
                <a:srgbClr val="0B5394"/>
              </a:buClr>
              <a:buSzPct val="85000"/>
              <a:buFont typeface="Wingdings 2" charset="2"/>
              <a:buChar char=""/>
            </a:pPr>
            <a:r>
              <a:rPr lang="es-ES" sz="2000" b="0" strike="noStrike" spc="-1">
                <a:solidFill>
                  <a:srgbClr val="000000"/>
                </a:solidFill>
                <a:latin typeface="Calibri"/>
              </a:rPr>
              <a:t>Las distintas unidades se pueden mezclar entre los diferentes elementos de una misma página:</a:t>
            </a:r>
            <a:endParaRPr lang="es-ES" sz="2000" b="0" strike="noStrike" spc="-1">
              <a:solidFill>
                <a:srgbClr val="000000"/>
              </a:solidFill>
              <a:latin typeface="Constantia"/>
            </a:endParaRPr>
          </a:p>
          <a:p>
            <a:endParaRPr lang="es-ES" sz="2000" b="0" strike="noStrike" spc="-1">
              <a:solidFill>
                <a:srgbClr val="000000"/>
              </a:solidFill>
              <a:latin typeface="Constantia"/>
            </a:endParaRPr>
          </a:p>
          <a:p>
            <a:endParaRPr lang="es-ES" sz="2000" b="0" strike="noStrike" spc="-1">
              <a:solidFill>
                <a:srgbClr val="000000"/>
              </a:solidFill>
              <a:latin typeface="Constantia"/>
            </a:endParaRPr>
          </a:p>
          <a:p>
            <a:pPr marL="272880" indent="-177840" algn="just">
              <a:lnSpc>
                <a:spcPct val="100000"/>
              </a:lnSpc>
              <a:spcAft>
                <a:spcPts val="601"/>
              </a:spcAft>
              <a:buNone/>
              <a:tabLst>
                <a:tab pos="0" algn="l"/>
              </a:tabLst>
            </a:pPr>
            <a:endParaRPr lang="es-ES" sz="2000" b="0" strike="noStrike" spc="-1">
              <a:solidFill>
                <a:srgbClr val="000000"/>
              </a:solidFill>
              <a:latin typeface="Constantia"/>
            </a:endParaRPr>
          </a:p>
          <a:p>
            <a:pPr marL="272880" indent="-177840" algn="just">
              <a:lnSpc>
                <a:spcPct val="100000"/>
              </a:lnSpc>
              <a:spcAft>
                <a:spcPts val="601"/>
              </a:spcAft>
              <a:buNone/>
              <a:tabLst>
                <a:tab pos="0" algn="l"/>
              </a:tabLst>
            </a:pPr>
            <a:endParaRPr lang="es-ES" sz="2000" b="0" strike="noStrike" spc="-1">
              <a:solidFill>
                <a:srgbClr val="000000"/>
              </a:solidFill>
              <a:latin typeface="Constantia"/>
            </a:endParaRPr>
          </a:p>
          <a:p>
            <a:pPr marL="272880" indent="-177840" algn="just">
              <a:lnSpc>
                <a:spcPct val="100000"/>
              </a:lnSpc>
              <a:spcAft>
                <a:spcPts val="601"/>
              </a:spcAft>
              <a:buNone/>
              <a:tabLst>
                <a:tab pos="0" algn="l"/>
              </a:tabLst>
            </a:pPr>
            <a:endParaRPr lang="es-ES" sz="2000" b="0" strike="noStrike" spc="-1">
              <a:solidFill>
                <a:srgbClr val="000000"/>
              </a:solidFill>
              <a:latin typeface="Constantia"/>
            </a:endParaRPr>
          </a:p>
          <a:p>
            <a:pPr marL="627120" lvl="2" indent="-177840" algn="just">
              <a:lnSpc>
                <a:spcPct val="100000"/>
              </a:lnSpc>
              <a:spcAft>
                <a:spcPts val="601"/>
              </a:spcAft>
              <a:buClr>
                <a:srgbClr val="0B5394"/>
              </a:buClr>
              <a:buSzPct val="70000"/>
              <a:buFont typeface="Wingdings" charset="2"/>
              <a:buChar char=""/>
              <a:tabLst>
                <a:tab pos="0" algn="l"/>
              </a:tabLst>
            </a:pPr>
            <a:r>
              <a:rPr lang="es-ES" sz="2000" b="0" strike="noStrike" spc="-1">
                <a:solidFill>
                  <a:srgbClr val="000000"/>
                </a:solidFill>
                <a:latin typeface="Calibri"/>
              </a:rPr>
              <a:t>En primer lugar, se establece un tamaño de letra base de 10 píxel para toda la página, es decir, para el body .</a:t>
            </a:r>
            <a:endParaRPr lang="es-ES" sz="2000" b="0" strike="noStrike" spc="-1">
              <a:solidFill>
                <a:srgbClr val="000000"/>
              </a:solidFill>
              <a:latin typeface="Constantia"/>
            </a:endParaRPr>
          </a:p>
          <a:p>
            <a:pPr marL="627120" lvl="2" indent="-177840" algn="just">
              <a:lnSpc>
                <a:spcPct val="100000"/>
              </a:lnSpc>
              <a:spcAft>
                <a:spcPts val="601"/>
              </a:spcAft>
              <a:buClr>
                <a:srgbClr val="0B5394"/>
              </a:buClr>
              <a:buSzPct val="70000"/>
              <a:buFont typeface="Wingdings" charset="2"/>
              <a:buChar char=""/>
              <a:tabLst>
                <a:tab pos="0" algn="l"/>
              </a:tabLst>
            </a:pPr>
            <a:r>
              <a:rPr lang="es-ES" sz="2000" b="0" strike="noStrike" spc="-1">
                <a:solidFill>
                  <a:srgbClr val="000000"/>
                </a:solidFill>
                <a:latin typeface="Calibri"/>
              </a:rPr>
              <a:t>A continuación, se asigna un tamaño de 2.5em al elemento &lt;h1&gt;, por lo que su tamaño de letra real será de 2.5 x 10px = 25px.</a:t>
            </a:r>
            <a:endParaRPr lang="es-ES" sz="2000" b="0" strike="noStrike" spc="-1">
              <a:solidFill>
                <a:srgbClr val="000000"/>
              </a:solidFill>
              <a:latin typeface="Constantia"/>
            </a:endParaRPr>
          </a:p>
          <a:p>
            <a:endParaRPr lang="es-ES" sz="2000" b="0" strike="noStrike" spc="-1">
              <a:solidFill>
                <a:srgbClr val="000000"/>
              </a:solidFill>
              <a:latin typeface="Constantia"/>
            </a:endParaRPr>
          </a:p>
          <a:p>
            <a:endParaRPr lang="es-ES" sz="2000" b="0" strike="noStrike" spc="-1">
              <a:solidFill>
                <a:srgbClr val="000000"/>
              </a:solidFill>
              <a:latin typeface="Constantia"/>
            </a:endParaRPr>
          </a:p>
          <a:p>
            <a:pPr marL="365760">
              <a:lnSpc>
                <a:spcPct val="120000"/>
              </a:lnSpc>
              <a:spcAft>
                <a:spcPts val="601"/>
              </a:spcAft>
              <a:buNone/>
              <a:tabLst>
                <a:tab pos="0" algn="l"/>
              </a:tabLst>
            </a:pPr>
            <a:endParaRPr lang="es-ES" sz="2000" b="0" strike="noStrike" spc="-1">
              <a:solidFill>
                <a:srgbClr val="000000"/>
              </a:solidFill>
              <a:latin typeface="Constantia"/>
            </a:endParaRPr>
          </a:p>
        </p:txBody>
      </p:sp>
      <p:sp>
        <p:nvSpPr>
          <p:cNvPr id="112" name="Text Box 4"/>
          <p:cNvSpPr/>
          <p:nvPr/>
        </p:nvSpPr>
        <p:spPr>
          <a:xfrm>
            <a:off x="1115640" y="2349000"/>
            <a:ext cx="6984360" cy="13690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nchor="t">
            <a:spAutoFit/>
          </a:bodyPr>
          <a:lstStyle/>
          <a:p>
            <a:pPr marL="266760" indent="-266760">
              <a:lnSpc>
                <a:spcPct val="100000"/>
              </a:lnSpc>
              <a:buNone/>
              <a:tabLst>
                <a:tab pos="0" algn="l"/>
              </a:tabLst>
            </a:pPr>
            <a:r>
              <a:rPr lang="en-US" sz="1400" b="0" strike="noStrike" spc="-1">
                <a:solidFill>
                  <a:srgbClr val="000000"/>
                </a:solidFill>
                <a:latin typeface="Courier New"/>
              </a:rPr>
              <a:t>body { </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	font-size: 10px; </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h1 { </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	font-size: 2.5em; </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a:t>
            </a:r>
            <a:endParaRPr lang="es-ES" sz="1400" b="0" strike="noStrike" spc="-1">
              <a:latin typeface="Arial"/>
            </a:endParaRPr>
          </a:p>
        </p:txBody>
      </p:sp>
      <p:sp>
        <p:nvSpPr>
          <p:cNvPr id="4" name="PlaceHolder 3"/>
          <p:cNvSpPr>
            <a:spLocks noGrp="1"/>
          </p:cNvSpPr>
          <p:nvPr>
            <p:ph type="sldNum" idx="6"/>
          </p:nvPr>
        </p:nvSpPr>
        <p:spPr/>
        <p:txBody>
          <a:bodyPr/>
          <a:lstStyle/>
          <a:p>
            <a:fld id="{3411F61C-7361-488F-895B-6C033C08923D}" type="slidenum">
              <a:t>5</a:t>
            </a:f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332640"/>
            <a:ext cx="8506800" cy="1142640"/>
          </a:xfrm>
          <a:prstGeom prst="rect">
            <a:avLst/>
          </a:prstGeom>
          <a:noFill/>
          <a:ln w="0">
            <a:noFill/>
          </a:ln>
        </p:spPr>
        <p:txBody>
          <a:bodyPr lIns="0" tIns="45000" rIns="0" bIns="0" anchor="b">
            <a:normAutofit/>
          </a:bodyPr>
          <a:lstStyle/>
          <a:p>
            <a:pPr>
              <a:lnSpc>
                <a:spcPct val="100000"/>
              </a:lnSpc>
              <a:buNone/>
            </a:pPr>
            <a:r>
              <a:rPr lang="es-ES" sz="4000" b="0" strike="noStrike" spc="-1">
                <a:solidFill>
                  <a:srgbClr val="04617B"/>
                </a:solidFill>
                <a:latin typeface="Calibri"/>
              </a:rPr>
              <a:t>Unidades de medida</a:t>
            </a:r>
            <a:endParaRPr lang="es-ES" sz="4000" b="0" strike="noStrike" spc="-1">
              <a:solidFill>
                <a:srgbClr val="000000"/>
              </a:solidFill>
              <a:latin typeface="Constantia"/>
            </a:endParaRPr>
          </a:p>
        </p:txBody>
      </p:sp>
      <p:sp>
        <p:nvSpPr>
          <p:cNvPr id="114" name="PlaceHolder 2"/>
          <p:cNvSpPr>
            <a:spLocks noGrp="1"/>
          </p:cNvSpPr>
          <p:nvPr>
            <p:ph/>
          </p:nvPr>
        </p:nvSpPr>
        <p:spPr>
          <a:xfrm>
            <a:off x="467640" y="1556640"/>
            <a:ext cx="7920360" cy="4968360"/>
          </a:xfrm>
          <a:prstGeom prst="rect">
            <a:avLst/>
          </a:prstGeom>
          <a:noFill/>
          <a:ln w="0">
            <a:noFill/>
          </a:ln>
        </p:spPr>
        <p:txBody>
          <a:bodyPr lIns="90000" tIns="45000" rIns="90000" bIns="45000" anchor="t">
            <a:noAutofit/>
          </a:bodyPr>
          <a:lstStyle/>
          <a:p>
            <a:pPr>
              <a:lnSpc>
                <a:spcPct val="120000"/>
              </a:lnSpc>
              <a:spcAft>
                <a:spcPts val="601"/>
              </a:spcAft>
              <a:buNone/>
              <a:tabLst>
                <a:tab pos="0" algn="l"/>
              </a:tabLst>
            </a:pPr>
            <a:r>
              <a:rPr lang="es-ES" sz="2400" b="1" strike="noStrike" spc="-1">
                <a:solidFill>
                  <a:srgbClr val="000000"/>
                </a:solidFill>
                <a:latin typeface="Calibri"/>
              </a:rPr>
              <a:t>Porcentajes</a:t>
            </a:r>
            <a:endParaRPr lang="es-ES" sz="2400" b="0" strike="noStrike" spc="-1">
              <a:solidFill>
                <a:srgbClr val="000000"/>
              </a:solidFill>
              <a:latin typeface="Constantia"/>
            </a:endParaRPr>
          </a:p>
          <a:p>
            <a:pPr marL="630720" lvl="1" indent="-264960" algn="just">
              <a:lnSpc>
                <a:spcPct val="100000"/>
              </a:lnSpc>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Un porcentaje está formado por un valor numérico seguido del </a:t>
            </a:r>
            <a:r>
              <a:rPr lang="es-ES" sz="2000" b="1" strike="noStrike" spc="-1">
                <a:solidFill>
                  <a:srgbClr val="000000"/>
                </a:solidFill>
                <a:latin typeface="Calibri"/>
              </a:rPr>
              <a:t>símbolo % </a:t>
            </a:r>
            <a:r>
              <a:rPr lang="es-ES" sz="2000" b="0" strike="noStrike" spc="-1">
                <a:solidFill>
                  <a:srgbClr val="000000"/>
                </a:solidFill>
                <a:latin typeface="Calibri"/>
              </a:rPr>
              <a:t>y siempre está referenciado a otra medida. </a:t>
            </a:r>
            <a:endParaRPr lang="es-ES" sz="2000" b="0" strike="noStrike" spc="-1">
              <a:solidFill>
                <a:srgbClr val="000000"/>
              </a:solidFill>
              <a:latin typeface="Constantia"/>
            </a:endParaRPr>
          </a:p>
          <a:p>
            <a:pPr marL="630720" lvl="1" indent="-264960" algn="just">
              <a:lnSpc>
                <a:spcPct val="100000"/>
              </a:lnSpc>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Por lo tanto es una unidad de medida relativa. Se pueden utilizar para establecer el valor del tamaño de la letra:</a:t>
            </a:r>
            <a:endParaRPr lang="es-ES" sz="2000" b="0" strike="noStrike" spc="-1">
              <a:solidFill>
                <a:srgbClr val="000000"/>
              </a:solidFill>
              <a:latin typeface="Constantia"/>
            </a:endParaRPr>
          </a:p>
          <a:p>
            <a:endParaRPr lang="es-ES" sz="2000" b="0" strike="noStrike" spc="-1">
              <a:solidFill>
                <a:srgbClr val="000000"/>
              </a:solidFill>
              <a:latin typeface="Constantia"/>
            </a:endParaRPr>
          </a:p>
          <a:p>
            <a:endParaRPr lang="es-ES" sz="2000" b="0" strike="noStrike" spc="-1">
              <a:solidFill>
                <a:srgbClr val="000000"/>
              </a:solidFill>
              <a:latin typeface="Constantia"/>
            </a:endParaRPr>
          </a:p>
          <a:p>
            <a:pPr marL="640080" algn="just">
              <a:lnSpc>
                <a:spcPct val="100000"/>
              </a:lnSpc>
              <a:spcBef>
                <a:spcPts val="1199"/>
              </a:spcBef>
              <a:spcAft>
                <a:spcPts val="601"/>
              </a:spcAft>
              <a:buNone/>
              <a:tabLst>
                <a:tab pos="0" algn="l"/>
              </a:tabLst>
            </a:pPr>
            <a:r>
              <a:rPr lang="es-ES" sz="2000" b="0" strike="noStrike" spc="-1">
                <a:solidFill>
                  <a:srgbClr val="000000"/>
                </a:solidFill>
                <a:latin typeface="Calibri"/>
              </a:rPr>
              <a:t>Los tamaños establecidos para los elementos &lt;h1&gt; y &lt;h2&gt; mediante las reglas anteriores, son equivalentes a 2em y 1.5em respectivamente, por lo que es más habitual definirlos mediante em.</a:t>
            </a:r>
            <a:endParaRPr lang="es-ES" sz="2000" b="0" strike="noStrike" spc="-1">
              <a:solidFill>
                <a:srgbClr val="000000"/>
              </a:solidFill>
              <a:latin typeface="Constantia"/>
            </a:endParaRPr>
          </a:p>
        </p:txBody>
      </p:sp>
      <p:sp>
        <p:nvSpPr>
          <p:cNvPr id="115" name="Text Box 4"/>
          <p:cNvSpPr/>
          <p:nvPr/>
        </p:nvSpPr>
        <p:spPr>
          <a:xfrm>
            <a:off x="1262160" y="3546720"/>
            <a:ext cx="6896880" cy="72972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nchor="t">
            <a:spAutoFit/>
          </a:bodyPr>
          <a:lstStyle/>
          <a:p>
            <a:pPr marL="266760" indent="-266760">
              <a:lnSpc>
                <a:spcPct val="100000"/>
              </a:lnSpc>
              <a:buNone/>
              <a:tabLst>
                <a:tab pos="0" algn="l"/>
              </a:tabLst>
            </a:pPr>
            <a:r>
              <a:rPr lang="en-US" sz="1400" b="0" strike="noStrike" spc="-1">
                <a:solidFill>
                  <a:srgbClr val="000000"/>
                </a:solidFill>
                <a:latin typeface="Courier New"/>
              </a:rPr>
              <a:t>body { font-size: 1em; }</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h1 { font-size: 200%; }</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h2 { font-size: 150%; }</a:t>
            </a:r>
            <a:endParaRPr lang="es-ES" sz="1400" b="0" strike="noStrike" spc="-1">
              <a:latin typeface="Arial"/>
            </a:endParaRPr>
          </a:p>
        </p:txBody>
      </p:sp>
      <p:sp>
        <p:nvSpPr>
          <p:cNvPr id="4" name="PlaceHolder 3"/>
          <p:cNvSpPr>
            <a:spLocks noGrp="1"/>
          </p:cNvSpPr>
          <p:nvPr>
            <p:ph type="sldNum" idx="6"/>
          </p:nvPr>
        </p:nvSpPr>
        <p:spPr/>
        <p:txBody>
          <a:bodyPr/>
          <a:lstStyle/>
          <a:p>
            <a:fld id="{F9BBC847-85A9-4634-94F8-5B977A9679B5}" type="slidenum">
              <a:t>6</a:t>
            </a:f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332640"/>
            <a:ext cx="8506800" cy="1142640"/>
          </a:xfrm>
          <a:prstGeom prst="rect">
            <a:avLst/>
          </a:prstGeom>
          <a:noFill/>
          <a:ln w="0">
            <a:noFill/>
          </a:ln>
        </p:spPr>
        <p:txBody>
          <a:bodyPr lIns="0" tIns="45000" rIns="0" bIns="0" anchor="b">
            <a:normAutofit/>
          </a:bodyPr>
          <a:lstStyle/>
          <a:p>
            <a:pPr>
              <a:lnSpc>
                <a:spcPct val="100000"/>
              </a:lnSpc>
              <a:buNone/>
            </a:pPr>
            <a:r>
              <a:rPr lang="es-ES" sz="4000" b="0" strike="noStrike" spc="-1">
                <a:solidFill>
                  <a:srgbClr val="04617B"/>
                </a:solidFill>
                <a:latin typeface="Calibri"/>
              </a:rPr>
              <a:t>Unidades de medida</a:t>
            </a:r>
            <a:endParaRPr lang="es-ES" sz="4000" b="0" strike="noStrike" spc="-1">
              <a:solidFill>
                <a:srgbClr val="000000"/>
              </a:solidFill>
              <a:latin typeface="Constantia"/>
            </a:endParaRPr>
          </a:p>
        </p:txBody>
      </p:sp>
      <p:sp>
        <p:nvSpPr>
          <p:cNvPr id="117" name="PlaceHolder 2"/>
          <p:cNvSpPr>
            <a:spLocks noGrp="1"/>
          </p:cNvSpPr>
          <p:nvPr>
            <p:ph/>
          </p:nvPr>
        </p:nvSpPr>
        <p:spPr>
          <a:xfrm>
            <a:off x="467640" y="1556640"/>
            <a:ext cx="7920360" cy="4968360"/>
          </a:xfrm>
          <a:prstGeom prst="rect">
            <a:avLst/>
          </a:prstGeom>
          <a:noFill/>
          <a:ln w="0">
            <a:noFill/>
          </a:ln>
        </p:spPr>
        <p:txBody>
          <a:bodyPr lIns="90000" tIns="45000" rIns="90000" bIns="45000" anchor="t">
            <a:noAutofit/>
          </a:bodyPr>
          <a:lstStyle/>
          <a:p>
            <a:pPr>
              <a:lnSpc>
                <a:spcPct val="120000"/>
              </a:lnSpc>
              <a:spcAft>
                <a:spcPts val="601"/>
              </a:spcAft>
              <a:buNone/>
              <a:tabLst>
                <a:tab pos="0" algn="l"/>
              </a:tabLst>
            </a:pPr>
            <a:r>
              <a:rPr lang="es-ES" sz="2400" b="1" strike="noStrike" spc="-1">
                <a:solidFill>
                  <a:srgbClr val="000000"/>
                </a:solidFill>
                <a:latin typeface="Calibri"/>
              </a:rPr>
              <a:t>Porcentajes</a:t>
            </a:r>
            <a:endParaRPr lang="es-ES" sz="2400" b="0" strike="noStrike" spc="-1">
              <a:solidFill>
                <a:srgbClr val="000000"/>
              </a:solidFill>
              <a:latin typeface="Constantia"/>
            </a:endParaRPr>
          </a:p>
          <a:p>
            <a:pPr marL="630720" lvl="1" indent="-264960" algn="just">
              <a:lnSpc>
                <a:spcPct val="100000"/>
              </a:lnSpc>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Los porcentajes también se suelen usar para establecer la anchura de los elementos.</a:t>
            </a:r>
            <a:endParaRPr lang="es-ES" sz="2000" b="0" strike="noStrike" spc="-1">
              <a:solidFill>
                <a:srgbClr val="000000"/>
              </a:solidFill>
              <a:latin typeface="Constantia"/>
            </a:endParaRPr>
          </a:p>
          <a:p>
            <a:endParaRPr lang="es-ES" sz="2000" b="0" strike="noStrike" spc="-1">
              <a:solidFill>
                <a:srgbClr val="000000"/>
              </a:solidFill>
              <a:latin typeface="Constantia"/>
            </a:endParaRPr>
          </a:p>
          <a:p>
            <a:endParaRPr lang="es-ES" sz="2000" b="0" strike="noStrike" spc="-1">
              <a:solidFill>
                <a:srgbClr val="000000"/>
              </a:solidFill>
              <a:latin typeface="Constantia"/>
            </a:endParaRPr>
          </a:p>
          <a:p>
            <a:endParaRPr lang="es-ES" sz="2000" b="0" strike="noStrike" spc="-1">
              <a:solidFill>
                <a:srgbClr val="000000"/>
              </a:solidFill>
              <a:latin typeface="Constantia"/>
            </a:endParaRPr>
          </a:p>
          <a:p>
            <a:endParaRPr lang="es-ES" sz="2000" b="0" strike="noStrike" spc="-1">
              <a:solidFill>
                <a:srgbClr val="000000"/>
              </a:solidFill>
              <a:latin typeface="Constantia"/>
            </a:endParaRPr>
          </a:p>
          <a:p>
            <a:endParaRPr lang="es-ES" sz="2000" b="0" strike="noStrike" spc="-1">
              <a:solidFill>
                <a:srgbClr val="000000"/>
              </a:solidFill>
              <a:latin typeface="Constantia"/>
            </a:endParaRPr>
          </a:p>
          <a:p>
            <a:endParaRPr lang="es-ES" sz="2000" b="0" strike="noStrike" spc="-1">
              <a:solidFill>
                <a:srgbClr val="000000"/>
              </a:solidFill>
              <a:latin typeface="Constantia"/>
            </a:endParaRPr>
          </a:p>
          <a:p>
            <a:pPr marL="640080" algn="just">
              <a:lnSpc>
                <a:spcPct val="100000"/>
              </a:lnSpc>
              <a:spcBef>
                <a:spcPts val="601"/>
              </a:spcBef>
              <a:spcAft>
                <a:spcPts val="601"/>
              </a:spcAft>
              <a:buNone/>
              <a:tabLst>
                <a:tab pos="0" algn="l"/>
              </a:tabLst>
            </a:pPr>
            <a:r>
              <a:rPr lang="es-ES" sz="2000" b="0" strike="noStrike" spc="-1">
                <a:solidFill>
                  <a:srgbClr val="000000"/>
                </a:solidFill>
                <a:latin typeface="Calibri"/>
              </a:rPr>
              <a:t>La referencia del valor 80% es la anchura de su elemento padre. </a:t>
            </a:r>
            <a:endParaRPr lang="es-ES" sz="2000" b="0" strike="noStrike" spc="-1">
              <a:solidFill>
                <a:srgbClr val="000000"/>
              </a:solidFill>
              <a:latin typeface="Constantia"/>
            </a:endParaRPr>
          </a:p>
          <a:p>
            <a:pPr marL="640080" algn="just">
              <a:lnSpc>
                <a:spcPct val="100000"/>
              </a:lnSpc>
              <a:spcAft>
                <a:spcPts val="601"/>
              </a:spcAft>
              <a:buNone/>
              <a:tabLst>
                <a:tab pos="0" algn="l"/>
              </a:tabLst>
            </a:pPr>
            <a:r>
              <a:rPr lang="es-ES" sz="2000" b="0" strike="noStrike" spc="-1">
                <a:solidFill>
                  <a:srgbClr val="000000"/>
                </a:solidFill>
                <a:latin typeface="Calibri"/>
              </a:rPr>
              <a:t>Por tanto, el elemento &lt;div&gt; cuyo atributo class es “principal” tiene una anchura de 80% x 600px = 480px.</a:t>
            </a:r>
            <a:endParaRPr lang="es-ES" sz="2000" b="0" strike="noStrike" spc="-1">
              <a:solidFill>
                <a:srgbClr val="000000"/>
              </a:solidFill>
              <a:latin typeface="Constantia"/>
            </a:endParaRPr>
          </a:p>
        </p:txBody>
      </p:sp>
      <p:sp>
        <p:nvSpPr>
          <p:cNvPr id="118" name="Text Box 4"/>
          <p:cNvSpPr/>
          <p:nvPr/>
        </p:nvSpPr>
        <p:spPr>
          <a:xfrm>
            <a:off x="1262160" y="3008160"/>
            <a:ext cx="6896880" cy="179532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nchor="t">
            <a:spAutoFit/>
          </a:bodyPr>
          <a:lstStyle/>
          <a:p>
            <a:pPr marL="266760" indent="-266760">
              <a:lnSpc>
                <a:spcPct val="100000"/>
              </a:lnSpc>
              <a:buNone/>
              <a:tabLst>
                <a:tab pos="0" algn="l"/>
              </a:tabLst>
            </a:pPr>
            <a:r>
              <a:rPr lang="en-US" sz="1400" b="0" strike="noStrike" spc="-1">
                <a:solidFill>
                  <a:srgbClr val="000000"/>
                </a:solidFill>
                <a:latin typeface="Courier New"/>
              </a:rPr>
              <a:t>div#contenido { width: 600px; }</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div.principal { width: 80%; }</a:t>
            </a:r>
            <a:endParaRPr lang="es-ES" sz="1400" b="0" strike="noStrike" spc="-1">
              <a:latin typeface="Arial"/>
            </a:endParaRPr>
          </a:p>
          <a:p>
            <a:pPr marL="266760" indent="-266760">
              <a:lnSpc>
                <a:spcPct val="100000"/>
              </a:lnSpc>
              <a:buNone/>
              <a:tabLst>
                <a:tab pos="0" algn="l"/>
              </a:tabLst>
            </a:pP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&lt;div id="contenido"&gt;</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   &lt;div class="principal"&gt;</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    ...</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   &lt;/div&gt;</a:t>
            </a:r>
            <a:endParaRPr lang="es-ES" sz="1400" b="0" strike="noStrike" spc="-1">
              <a:latin typeface="Arial"/>
            </a:endParaRPr>
          </a:p>
          <a:p>
            <a:pPr marL="266760" indent="-266760">
              <a:lnSpc>
                <a:spcPct val="100000"/>
              </a:lnSpc>
              <a:buNone/>
              <a:tabLst>
                <a:tab pos="0" algn="l"/>
              </a:tabLst>
            </a:pPr>
            <a:r>
              <a:rPr lang="en-US" sz="1400" b="0" strike="noStrike" spc="-1">
                <a:solidFill>
                  <a:srgbClr val="000000"/>
                </a:solidFill>
                <a:latin typeface="Courier New"/>
              </a:rPr>
              <a:t>&lt;/div&gt;</a:t>
            </a:r>
            <a:endParaRPr lang="es-ES" sz="1400" b="0" strike="noStrike" spc="-1">
              <a:latin typeface="Arial"/>
            </a:endParaRPr>
          </a:p>
        </p:txBody>
      </p:sp>
      <p:sp>
        <p:nvSpPr>
          <p:cNvPr id="4" name="PlaceHolder 3"/>
          <p:cNvSpPr>
            <a:spLocks noGrp="1"/>
          </p:cNvSpPr>
          <p:nvPr>
            <p:ph type="sldNum" idx="6"/>
          </p:nvPr>
        </p:nvSpPr>
        <p:spPr/>
        <p:txBody>
          <a:bodyPr/>
          <a:lstStyle/>
          <a:p>
            <a:fld id="{EB80E98B-FBB8-46A9-AB6C-4C8CD5457645}" type="slidenum">
              <a:t>7</a:t>
            </a:f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332640"/>
            <a:ext cx="8506800" cy="1142640"/>
          </a:xfrm>
          <a:prstGeom prst="rect">
            <a:avLst/>
          </a:prstGeom>
          <a:noFill/>
          <a:ln w="0">
            <a:noFill/>
          </a:ln>
        </p:spPr>
        <p:txBody>
          <a:bodyPr lIns="0" tIns="45000" rIns="0" bIns="0" anchor="b">
            <a:normAutofit/>
          </a:bodyPr>
          <a:lstStyle/>
          <a:p>
            <a:pPr>
              <a:lnSpc>
                <a:spcPct val="100000"/>
              </a:lnSpc>
              <a:buNone/>
            </a:pPr>
            <a:r>
              <a:rPr lang="es-ES" sz="4000" b="0" strike="noStrike" spc="-1">
                <a:solidFill>
                  <a:srgbClr val="04617B"/>
                </a:solidFill>
                <a:latin typeface="Calibri"/>
              </a:rPr>
              <a:t>Unidades de medida</a:t>
            </a:r>
            <a:endParaRPr lang="es-ES" sz="4000" b="0" strike="noStrike" spc="-1">
              <a:solidFill>
                <a:srgbClr val="000000"/>
              </a:solidFill>
              <a:latin typeface="Constantia"/>
            </a:endParaRPr>
          </a:p>
        </p:txBody>
      </p:sp>
      <p:sp>
        <p:nvSpPr>
          <p:cNvPr id="120" name="PlaceHolder 2"/>
          <p:cNvSpPr>
            <a:spLocks noGrp="1"/>
          </p:cNvSpPr>
          <p:nvPr>
            <p:ph/>
          </p:nvPr>
        </p:nvSpPr>
        <p:spPr>
          <a:xfrm>
            <a:off x="467640" y="1556640"/>
            <a:ext cx="7920360" cy="4968360"/>
          </a:xfrm>
          <a:prstGeom prst="rect">
            <a:avLst/>
          </a:prstGeom>
          <a:noFill/>
          <a:ln w="0">
            <a:noFill/>
          </a:ln>
        </p:spPr>
        <p:txBody>
          <a:bodyPr lIns="90000" tIns="45000" rIns="90000" bIns="45000" anchor="t">
            <a:noAutofit/>
          </a:bodyPr>
          <a:lstStyle/>
          <a:p>
            <a:pPr>
              <a:lnSpc>
                <a:spcPct val="120000"/>
              </a:lnSpc>
              <a:spcAft>
                <a:spcPts val="601"/>
              </a:spcAft>
              <a:buNone/>
              <a:tabLst>
                <a:tab pos="0" algn="l"/>
              </a:tabLst>
            </a:pPr>
            <a:r>
              <a:rPr lang="es-ES" sz="2400" b="1" strike="noStrike" spc="-1">
                <a:solidFill>
                  <a:srgbClr val="000000"/>
                </a:solidFill>
                <a:latin typeface="Calibri"/>
              </a:rPr>
              <a:t>Medidas relativas al viewport</a:t>
            </a:r>
            <a:endParaRPr lang="es-ES" sz="2400" b="0" strike="noStrike" spc="-1">
              <a:solidFill>
                <a:srgbClr val="000000"/>
              </a:solidFill>
              <a:latin typeface="Constantia"/>
            </a:endParaRPr>
          </a:p>
          <a:p>
            <a:pPr marL="630720" lvl="1" indent="-264960" algn="just">
              <a:lnSpc>
                <a:spcPct val="100000"/>
              </a:lnSpc>
              <a:spcAft>
                <a:spcPts val="601"/>
              </a:spcAft>
              <a:buClr>
                <a:srgbClr val="0B5394"/>
              </a:buClr>
              <a:buSzPct val="85000"/>
              <a:buFont typeface="Wingdings 2" charset="2"/>
              <a:buChar char=""/>
              <a:tabLst>
                <a:tab pos="0" algn="l"/>
              </a:tabLst>
            </a:pPr>
            <a:r>
              <a:rPr lang="es-ES" sz="2000" b="0" strike="noStrike" spc="-1">
                <a:solidFill>
                  <a:srgbClr val="000000"/>
                </a:solidFill>
                <a:latin typeface="Calibri"/>
              </a:rPr>
              <a:t>Las medidas vh y vw son medidas relativas de acuerdo al viewport:</a:t>
            </a:r>
            <a:endParaRPr lang="es-ES" sz="2000" b="0" strike="noStrike" spc="-1">
              <a:solidFill>
                <a:srgbClr val="000000"/>
              </a:solidFill>
              <a:latin typeface="Constantia"/>
            </a:endParaRPr>
          </a:p>
          <a:p>
            <a:pPr marL="1257480" lvl="3" indent="-343080" algn="just">
              <a:lnSpc>
                <a:spcPct val="100000"/>
              </a:lnSpc>
              <a:spcAft>
                <a:spcPts val="601"/>
              </a:spcAft>
              <a:buClr>
                <a:srgbClr val="0B5394"/>
              </a:buClr>
              <a:buSzPct val="65000"/>
              <a:buFont typeface="Wingdings" charset="2"/>
              <a:buChar char=""/>
              <a:tabLst>
                <a:tab pos="0" algn="l"/>
              </a:tabLst>
            </a:pPr>
            <a:r>
              <a:rPr lang="es-ES" sz="2000" b="0" strike="noStrike" spc="-1">
                <a:solidFill>
                  <a:srgbClr val="000000"/>
                </a:solidFill>
                <a:latin typeface="Calibri"/>
              </a:rPr>
              <a:t> </a:t>
            </a:r>
            <a:r>
              <a:rPr lang="es-ES" sz="2000" b="1" strike="noStrike" spc="-1">
                <a:solidFill>
                  <a:srgbClr val="000000"/>
                </a:solidFill>
                <a:latin typeface="Calibri"/>
              </a:rPr>
              <a:t>vh</a:t>
            </a:r>
            <a:r>
              <a:rPr lang="es-ES" sz="2000" b="0" strike="noStrike" spc="-1">
                <a:solidFill>
                  <a:srgbClr val="000000"/>
                </a:solidFill>
                <a:latin typeface="Calibri"/>
              </a:rPr>
              <a:t>: hace referencia a la centésima parte de la altura del viewport </a:t>
            </a:r>
            <a:endParaRPr lang="es-ES" sz="2000" b="0" strike="noStrike" spc="-1">
              <a:solidFill>
                <a:srgbClr val="000000"/>
              </a:solidFill>
              <a:latin typeface="Constantia"/>
            </a:endParaRPr>
          </a:p>
          <a:p>
            <a:pPr marL="1257480" lvl="3" indent="-343080" algn="just">
              <a:lnSpc>
                <a:spcPct val="100000"/>
              </a:lnSpc>
              <a:spcAft>
                <a:spcPts val="601"/>
              </a:spcAft>
              <a:buClr>
                <a:srgbClr val="0B5394"/>
              </a:buClr>
              <a:buSzPct val="65000"/>
              <a:buFont typeface="Wingdings" charset="2"/>
              <a:buChar char=""/>
              <a:tabLst>
                <a:tab pos="0" algn="l"/>
              </a:tabLst>
            </a:pPr>
            <a:r>
              <a:rPr lang="es-ES" sz="2000" b="0" strike="noStrike" spc="-1">
                <a:solidFill>
                  <a:srgbClr val="000000"/>
                </a:solidFill>
                <a:latin typeface="Calibri"/>
              </a:rPr>
              <a:t> </a:t>
            </a:r>
            <a:r>
              <a:rPr lang="es-ES" sz="2000" b="1" strike="noStrike" spc="-1">
                <a:solidFill>
                  <a:srgbClr val="000000"/>
                </a:solidFill>
                <a:latin typeface="Calibri"/>
              </a:rPr>
              <a:t>vw</a:t>
            </a:r>
            <a:r>
              <a:rPr lang="es-ES" sz="2000" b="0" strike="noStrike" spc="-1">
                <a:solidFill>
                  <a:srgbClr val="000000"/>
                </a:solidFill>
                <a:latin typeface="Calibri"/>
              </a:rPr>
              <a:t>: a la centésima parte del ancho del viewport.</a:t>
            </a:r>
            <a:endParaRPr lang="es-ES" sz="2000" b="0" strike="noStrike" spc="-1">
              <a:solidFill>
                <a:srgbClr val="000000"/>
              </a:solidFill>
              <a:latin typeface="Constantia"/>
            </a:endParaRPr>
          </a:p>
          <a:p>
            <a:endParaRPr lang="es-ES" sz="2000" b="0" strike="noStrike" spc="-1">
              <a:solidFill>
                <a:srgbClr val="000000"/>
              </a:solidFill>
              <a:latin typeface="Constantia"/>
            </a:endParaRPr>
          </a:p>
          <a:p>
            <a:pPr marL="365760" algn="ctr">
              <a:lnSpc>
                <a:spcPct val="100000"/>
              </a:lnSpc>
              <a:spcAft>
                <a:spcPts val="601"/>
              </a:spcAft>
              <a:buNone/>
              <a:tabLst>
                <a:tab pos="0" algn="l"/>
              </a:tabLst>
            </a:pPr>
            <a:r>
              <a:rPr lang="es-ES" sz="2000" b="0" strike="noStrike" spc="-1">
                <a:solidFill>
                  <a:srgbClr val="000000"/>
                </a:solidFill>
                <a:latin typeface="Calibri"/>
              </a:rPr>
              <a:t>1vh = 1% de la altura del viewport</a:t>
            </a:r>
            <a:endParaRPr lang="es-ES" sz="2000" b="0" strike="noStrike" spc="-1">
              <a:solidFill>
                <a:srgbClr val="000000"/>
              </a:solidFill>
              <a:latin typeface="Constantia"/>
            </a:endParaRPr>
          </a:p>
          <a:p>
            <a:pPr marL="365760" algn="ctr">
              <a:lnSpc>
                <a:spcPct val="100000"/>
              </a:lnSpc>
              <a:spcAft>
                <a:spcPts val="601"/>
              </a:spcAft>
              <a:buNone/>
              <a:tabLst>
                <a:tab pos="0" algn="l"/>
              </a:tabLst>
            </a:pPr>
            <a:r>
              <a:rPr lang="es-ES" sz="2000" b="0" strike="noStrike" spc="-1">
                <a:solidFill>
                  <a:srgbClr val="000000"/>
                </a:solidFill>
                <a:latin typeface="Calibri"/>
              </a:rPr>
              <a:t>100vh = altura del viewport</a:t>
            </a:r>
            <a:endParaRPr lang="es-ES" sz="2000" b="0" strike="noStrike" spc="-1">
              <a:solidFill>
                <a:srgbClr val="000000"/>
              </a:solidFill>
              <a:latin typeface="Constantia"/>
            </a:endParaRPr>
          </a:p>
          <a:p>
            <a:pPr marL="365760" algn="ctr">
              <a:lnSpc>
                <a:spcPct val="100000"/>
              </a:lnSpc>
              <a:spcAft>
                <a:spcPts val="601"/>
              </a:spcAft>
              <a:buNone/>
              <a:tabLst>
                <a:tab pos="0" algn="l"/>
              </a:tabLst>
            </a:pPr>
            <a:r>
              <a:rPr lang="es-ES" sz="2000" b="0" strike="noStrike" spc="-1">
                <a:solidFill>
                  <a:srgbClr val="000000"/>
                </a:solidFill>
                <a:latin typeface="Calibri"/>
              </a:rPr>
              <a:t>1vw = 1% del ancho del viewport</a:t>
            </a:r>
            <a:endParaRPr lang="es-ES" sz="2000" b="0" strike="noStrike" spc="-1">
              <a:solidFill>
                <a:srgbClr val="000000"/>
              </a:solidFill>
              <a:latin typeface="Constantia"/>
            </a:endParaRPr>
          </a:p>
          <a:p>
            <a:pPr marL="365760" algn="ctr">
              <a:lnSpc>
                <a:spcPct val="100000"/>
              </a:lnSpc>
              <a:spcAft>
                <a:spcPts val="601"/>
              </a:spcAft>
              <a:buNone/>
              <a:tabLst>
                <a:tab pos="0" algn="l"/>
              </a:tabLst>
            </a:pPr>
            <a:r>
              <a:rPr lang="es-ES" sz="2000" b="0" strike="noStrike" spc="-1">
                <a:solidFill>
                  <a:srgbClr val="000000"/>
                </a:solidFill>
                <a:latin typeface="Calibri"/>
              </a:rPr>
              <a:t>100vw = ancho del viewport</a:t>
            </a:r>
            <a:endParaRPr lang="es-ES" sz="2000" b="0" strike="noStrike" spc="-1">
              <a:solidFill>
                <a:srgbClr val="000000"/>
              </a:solidFill>
              <a:latin typeface="Constantia"/>
            </a:endParaRPr>
          </a:p>
        </p:txBody>
      </p:sp>
      <p:sp>
        <p:nvSpPr>
          <p:cNvPr id="4" name="PlaceHolder 3"/>
          <p:cNvSpPr>
            <a:spLocks noGrp="1"/>
          </p:cNvSpPr>
          <p:nvPr>
            <p:ph type="sldNum" idx="6"/>
          </p:nvPr>
        </p:nvSpPr>
        <p:spPr/>
        <p:txBody>
          <a:bodyPr/>
          <a:lstStyle/>
          <a:p>
            <a:fld id="{3586F8D1-560B-419D-88EC-2B73FE9E31CD}" type="slidenum">
              <a:t>8</a:t>
            </a:f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idx="4294967295"/>
          </p:nvPr>
        </p:nvSpPr>
        <p:spPr>
          <a:xfrm>
            <a:off x="457200" y="332640"/>
            <a:ext cx="8506800" cy="1142640"/>
          </a:xfrm>
          <a:prstGeom prst="rect">
            <a:avLst/>
          </a:prstGeom>
          <a:noFill/>
          <a:ln w="0">
            <a:noFill/>
          </a:ln>
        </p:spPr>
        <p:txBody>
          <a:bodyPr lIns="0" tIns="45000" rIns="0" bIns="0" anchor="b">
            <a:normAutofit/>
          </a:bodyPr>
          <a:lstStyle/>
          <a:p>
            <a:pPr>
              <a:lnSpc>
                <a:spcPct val="100000"/>
              </a:lnSpc>
              <a:buNone/>
            </a:pPr>
            <a:r>
              <a:rPr lang="es-ES" sz="4000" b="0" strike="noStrike" spc="-1">
                <a:solidFill>
                  <a:srgbClr val="04617B"/>
                </a:solidFill>
                <a:latin typeface="Calibri"/>
              </a:rPr>
              <a:t>Unidades de medida</a:t>
            </a:r>
            <a:endParaRPr lang="es-ES" sz="4000" b="0" strike="noStrike" spc="-1">
              <a:solidFill>
                <a:srgbClr val="000000"/>
              </a:solidFill>
              <a:latin typeface="Constantia"/>
            </a:endParaRPr>
          </a:p>
        </p:txBody>
      </p:sp>
      <p:sp>
        <p:nvSpPr>
          <p:cNvPr id="120" name="PlaceHolder 2"/>
          <p:cNvSpPr>
            <a:spLocks noGrp="1"/>
          </p:cNvSpPr>
          <p:nvPr>
            <p:ph idx="4294967295"/>
          </p:nvPr>
        </p:nvSpPr>
        <p:spPr>
          <a:xfrm>
            <a:off x="467640" y="1556640"/>
            <a:ext cx="7920360" cy="4968360"/>
          </a:xfrm>
          <a:prstGeom prst="rect">
            <a:avLst/>
          </a:prstGeom>
          <a:noFill/>
          <a:ln w="0">
            <a:noFill/>
          </a:ln>
        </p:spPr>
        <p:txBody>
          <a:bodyPr lIns="90000" tIns="45000" rIns="90000" bIns="45000" anchor="t">
            <a:noAutofit/>
          </a:bodyPr>
          <a:lstStyle/>
          <a:p>
            <a:pPr>
              <a:lnSpc>
                <a:spcPct val="120000"/>
              </a:lnSpc>
              <a:spcAft>
                <a:spcPts val="601"/>
              </a:spcAft>
              <a:buNone/>
              <a:tabLst>
                <a:tab pos="0" algn="l"/>
              </a:tabLst>
            </a:pPr>
            <a:r>
              <a:rPr lang="es-ES" sz="2400" b="1" strike="noStrike" spc="-1" dirty="0">
                <a:solidFill>
                  <a:srgbClr val="000000"/>
                </a:solidFill>
                <a:latin typeface="Calibri"/>
              </a:rPr>
              <a:t>Medidas relativas al </a:t>
            </a:r>
            <a:r>
              <a:rPr lang="es-ES" sz="2400" b="1" strike="noStrike" spc="-1" dirty="0" err="1">
                <a:solidFill>
                  <a:srgbClr val="000000"/>
                </a:solidFill>
                <a:latin typeface="Calibri"/>
              </a:rPr>
              <a:t>viewport</a:t>
            </a:r>
            <a:endParaRPr lang="es-ES" sz="2400" b="0" strike="noStrike" spc="-1" dirty="0">
              <a:solidFill>
                <a:srgbClr val="000000"/>
              </a:solidFill>
              <a:latin typeface="Constantia"/>
            </a:endParaRPr>
          </a:p>
          <a:p>
            <a:pPr marL="630720" lvl="1" indent="-264960" algn="just">
              <a:lnSpc>
                <a:spcPct val="100000"/>
              </a:lnSpc>
              <a:spcAft>
                <a:spcPts val="601"/>
              </a:spcAft>
              <a:buClr>
                <a:srgbClr val="0B5394"/>
              </a:buClr>
              <a:buSzPct val="85000"/>
              <a:buFont typeface="Wingdings 2" charset="2"/>
              <a:buChar char=""/>
              <a:tabLst>
                <a:tab pos="0" algn="l"/>
              </a:tabLst>
            </a:pPr>
            <a:r>
              <a:rPr lang="es-ES" sz="2000" b="0" strike="noStrike" spc="-1" dirty="0" smtClean="0">
                <a:solidFill>
                  <a:srgbClr val="000000"/>
                </a:solidFill>
                <a:latin typeface="Calibri" panose="020F0502020204030204" pitchFamily="34" charset="0"/>
                <a:cs typeface="Calibri" panose="020F0502020204030204" pitchFamily="34" charset="0"/>
              </a:rPr>
              <a:t>CSS Actual: Los navegadores móviles ocultan y muestran la barra de direcciones al hacer </a:t>
            </a:r>
            <a:r>
              <a:rPr lang="es-ES" sz="2000" b="0" strike="noStrike" spc="-1" dirty="0" err="1" smtClean="0">
                <a:solidFill>
                  <a:srgbClr val="000000"/>
                </a:solidFill>
                <a:latin typeface="Calibri" panose="020F0502020204030204" pitchFamily="34" charset="0"/>
                <a:cs typeface="Calibri" panose="020F0502020204030204" pitchFamily="34" charset="0"/>
              </a:rPr>
              <a:t>scroll</a:t>
            </a:r>
            <a:r>
              <a:rPr lang="es-ES" sz="2000" b="0" strike="noStrike" spc="-1" dirty="0" smtClean="0">
                <a:solidFill>
                  <a:srgbClr val="000000"/>
                </a:solidFill>
                <a:latin typeface="Calibri" panose="020F0502020204030204" pitchFamily="34" charset="0"/>
                <a:cs typeface="Calibri" panose="020F0502020204030204" pitchFamily="34" charset="0"/>
              </a:rPr>
              <a:t>, lo que antes rompía el 100vh. Hoy se usan </a:t>
            </a:r>
            <a:r>
              <a:rPr lang="es-ES" sz="2000" b="0" strike="noStrike" spc="-1" dirty="0" err="1" smtClean="0">
                <a:solidFill>
                  <a:srgbClr val="000000"/>
                </a:solidFill>
                <a:latin typeface="Calibri" panose="020F0502020204030204" pitchFamily="34" charset="0"/>
                <a:cs typeface="Calibri" panose="020F0502020204030204" pitchFamily="34" charset="0"/>
              </a:rPr>
              <a:t>dvh</a:t>
            </a:r>
            <a:r>
              <a:rPr lang="es-ES" sz="2000" b="0" strike="noStrike" spc="-1" dirty="0" smtClean="0">
                <a:solidFill>
                  <a:srgbClr val="000000"/>
                </a:solidFill>
                <a:latin typeface="Calibri" panose="020F0502020204030204" pitchFamily="34" charset="0"/>
                <a:cs typeface="Calibri" panose="020F0502020204030204" pitchFamily="34" charset="0"/>
              </a:rPr>
              <a:t> (</a:t>
            </a:r>
            <a:r>
              <a:rPr lang="es-ES" sz="2000" b="0" strike="noStrike" spc="-1" dirty="0" err="1" smtClean="0">
                <a:solidFill>
                  <a:srgbClr val="000000"/>
                </a:solidFill>
                <a:latin typeface="Calibri" panose="020F0502020204030204" pitchFamily="34" charset="0"/>
                <a:cs typeface="Calibri" panose="020F0502020204030204" pitchFamily="34" charset="0"/>
              </a:rPr>
              <a:t>Dynamic</a:t>
            </a:r>
            <a:r>
              <a:rPr lang="es-ES" sz="2000" b="0" strike="noStrike" spc="-1" dirty="0" smtClean="0">
                <a:solidFill>
                  <a:srgbClr val="000000"/>
                </a:solidFill>
                <a:latin typeface="Calibri" panose="020F0502020204030204" pitchFamily="34" charset="0"/>
                <a:cs typeface="Calibri" panose="020F0502020204030204" pitchFamily="34" charset="0"/>
              </a:rPr>
              <a:t> </a:t>
            </a:r>
            <a:r>
              <a:rPr lang="es-ES" sz="2000" b="0" strike="noStrike" spc="-1" dirty="0" err="1" smtClean="0">
                <a:solidFill>
                  <a:srgbClr val="000000"/>
                </a:solidFill>
                <a:latin typeface="Calibri" panose="020F0502020204030204" pitchFamily="34" charset="0"/>
                <a:cs typeface="Calibri" panose="020F0502020204030204" pitchFamily="34" charset="0"/>
              </a:rPr>
              <a:t>Viewport</a:t>
            </a:r>
            <a:r>
              <a:rPr lang="es-ES" sz="2000" b="0" strike="noStrike" spc="-1" dirty="0" smtClean="0">
                <a:solidFill>
                  <a:srgbClr val="000000"/>
                </a:solidFill>
                <a:latin typeface="Calibri" panose="020F0502020204030204" pitchFamily="34" charset="0"/>
                <a:cs typeface="Calibri" panose="020F0502020204030204" pitchFamily="34" charset="0"/>
              </a:rPr>
              <a:t> </a:t>
            </a:r>
            <a:r>
              <a:rPr lang="es-ES" sz="2000" b="0" strike="noStrike" spc="-1" dirty="0" err="1" smtClean="0">
                <a:solidFill>
                  <a:srgbClr val="000000"/>
                </a:solidFill>
                <a:latin typeface="Calibri" panose="020F0502020204030204" pitchFamily="34" charset="0"/>
                <a:cs typeface="Calibri" panose="020F0502020204030204" pitchFamily="34" charset="0"/>
              </a:rPr>
              <a:t>Height</a:t>
            </a:r>
            <a:r>
              <a:rPr lang="es-ES" sz="2000" b="0" strike="noStrike" spc="-1" dirty="0" smtClean="0">
                <a:solidFill>
                  <a:srgbClr val="000000"/>
                </a:solidFill>
                <a:latin typeface="Calibri" panose="020F0502020204030204" pitchFamily="34" charset="0"/>
                <a:cs typeface="Calibri" panose="020F0502020204030204" pitchFamily="34" charset="0"/>
              </a:rPr>
              <a:t>) y </a:t>
            </a:r>
            <a:r>
              <a:rPr lang="es-ES" sz="2000" b="0" strike="noStrike" spc="-1" dirty="0" err="1" smtClean="0">
                <a:solidFill>
                  <a:srgbClr val="000000"/>
                </a:solidFill>
                <a:latin typeface="Calibri" panose="020F0502020204030204" pitchFamily="34" charset="0"/>
                <a:cs typeface="Calibri" panose="020F0502020204030204" pitchFamily="34" charset="0"/>
              </a:rPr>
              <a:t>svh</a:t>
            </a:r>
            <a:r>
              <a:rPr lang="es-ES" sz="2000" b="0" strike="noStrike" spc="-1" dirty="0" smtClean="0">
                <a:solidFill>
                  <a:srgbClr val="000000"/>
                </a:solidFill>
                <a:latin typeface="Calibri" panose="020F0502020204030204" pitchFamily="34" charset="0"/>
                <a:cs typeface="Calibri" panose="020F0502020204030204" pitchFamily="34" charset="0"/>
              </a:rPr>
              <a:t> (Small </a:t>
            </a:r>
            <a:r>
              <a:rPr lang="es-ES" sz="2000" b="0" strike="noStrike" spc="-1" dirty="0" err="1" smtClean="0">
                <a:solidFill>
                  <a:srgbClr val="000000"/>
                </a:solidFill>
                <a:latin typeface="Calibri" panose="020F0502020204030204" pitchFamily="34" charset="0"/>
                <a:cs typeface="Calibri" panose="020F0502020204030204" pitchFamily="34" charset="0"/>
              </a:rPr>
              <a:t>Viewport</a:t>
            </a:r>
            <a:r>
              <a:rPr lang="es-ES" sz="2000" b="0" strike="noStrike" spc="-1" dirty="0" smtClean="0">
                <a:solidFill>
                  <a:srgbClr val="000000"/>
                </a:solidFill>
                <a:latin typeface="Calibri" panose="020F0502020204030204" pitchFamily="34" charset="0"/>
                <a:cs typeface="Calibri" panose="020F0502020204030204" pitchFamily="34" charset="0"/>
              </a:rPr>
              <a:t> </a:t>
            </a:r>
            <a:r>
              <a:rPr lang="es-ES" sz="2000" b="0" strike="noStrike" spc="-1" dirty="0" err="1" smtClean="0">
                <a:solidFill>
                  <a:srgbClr val="000000"/>
                </a:solidFill>
                <a:latin typeface="Calibri" panose="020F0502020204030204" pitchFamily="34" charset="0"/>
                <a:cs typeface="Calibri" panose="020F0502020204030204" pitchFamily="34" charset="0"/>
              </a:rPr>
              <a:t>Height</a:t>
            </a:r>
            <a:r>
              <a:rPr lang="es-ES" sz="2000" b="0" strike="noStrike" spc="-1" dirty="0" smtClean="0">
                <a:solidFill>
                  <a:srgbClr val="000000"/>
                </a:solidFill>
                <a:latin typeface="Calibri" panose="020F0502020204030204" pitchFamily="34" charset="0"/>
                <a:cs typeface="Calibri" panose="020F0502020204030204" pitchFamily="34" charset="0"/>
              </a:rPr>
              <a:t>) para solucionar ese salto.</a:t>
            </a:r>
          </a:p>
          <a:p>
            <a:r>
              <a:rPr lang="es-ES" sz="2000" b="0" strike="noStrike" spc="-1" dirty="0" smtClean="0">
                <a:solidFill>
                  <a:srgbClr val="000000"/>
                </a:solidFill>
                <a:latin typeface="Calibri" panose="020F0502020204030204" pitchFamily="34" charset="0"/>
                <a:cs typeface="Calibri" panose="020F0502020204030204" pitchFamily="34" charset="0"/>
              </a:rPr>
              <a:t>Para evitar que todo el diseño se estuviera reajustando constantemente mientras el usuario navegaba, las compañías de navegadores decidieron que 100vh siempre equivaldría al tamaño de la pantalla </a:t>
            </a:r>
            <a:r>
              <a:rPr lang="es-ES" sz="2000" b="1" strike="noStrike" spc="-1" dirty="0" smtClean="0">
                <a:solidFill>
                  <a:srgbClr val="000000"/>
                </a:solidFill>
                <a:latin typeface="Calibri" panose="020F0502020204030204" pitchFamily="34" charset="0"/>
                <a:cs typeface="Calibri" panose="020F0502020204030204" pitchFamily="34" charset="0"/>
              </a:rPr>
              <a:t>CON</a:t>
            </a:r>
            <a:r>
              <a:rPr lang="es-ES" sz="2000" b="0" strike="noStrike" spc="-1" dirty="0" smtClean="0">
                <a:solidFill>
                  <a:srgbClr val="000000"/>
                </a:solidFill>
                <a:latin typeface="Calibri" panose="020F0502020204030204" pitchFamily="34" charset="0"/>
                <a:cs typeface="Calibri" panose="020F0502020204030204" pitchFamily="34" charset="0"/>
              </a:rPr>
              <a:t> la barra colapsada (oculta).</a:t>
            </a:r>
            <a:endParaRPr lang="es-ES" sz="2000" b="0" strike="noStrike" spc="-1" dirty="0">
              <a:solidFill>
                <a:srgbClr val="000000"/>
              </a:solidFill>
              <a:latin typeface="Calibri" panose="020F0502020204030204" pitchFamily="34" charset="0"/>
              <a:cs typeface="Calibri" panose="020F0502020204030204" pitchFamily="34" charset="0"/>
            </a:endParaRPr>
          </a:p>
        </p:txBody>
      </p:sp>
      <p:sp>
        <p:nvSpPr>
          <p:cNvPr id="4" name="PlaceHolder 3"/>
          <p:cNvSpPr>
            <a:spLocks noGrp="1"/>
          </p:cNvSpPr>
          <p:nvPr>
            <p:ph type="sldNum" idx="6"/>
          </p:nvPr>
        </p:nvSpPr>
        <p:spPr/>
        <p:txBody>
          <a:bodyPr/>
          <a:lstStyle/>
          <a:p>
            <a:fld id="{3586F8D1-560B-419D-88EC-2B73FE9E31CD}" type="slidenum">
              <a:t>9</a:t>
            </a:fld>
            <a:endParaRPr/>
          </a:p>
        </p:txBody>
      </p:sp>
    </p:spTree>
    <p:extLst>
      <p:ext uri="{BB962C8B-B14F-4D97-AF65-F5344CB8AC3E}">
        <p14:creationId xmlns:p14="http://schemas.microsoft.com/office/powerpoint/2010/main" val="29471476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332640"/>
            <a:ext cx="8506800" cy="1142640"/>
          </a:xfrm>
          <a:prstGeom prst="rect">
            <a:avLst/>
          </a:prstGeom>
          <a:noFill/>
          <a:ln w="0">
            <a:noFill/>
          </a:ln>
        </p:spPr>
        <p:txBody>
          <a:bodyPr lIns="0" tIns="45000" rIns="0" bIns="0" anchor="b">
            <a:normAutofit/>
          </a:bodyPr>
          <a:lstStyle/>
          <a:p>
            <a:pPr>
              <a:lnSpc>
                <a:spcPct val="100000"/>
              </a:lnSpc>
              <a:buNone/>
            </a:pPr>
            <a:r>
              <a:rPr lang="es-ES" sz="4000" b="0" strike="noStrike" spc="-1">
                <a:solidFill>
                  <a:srgbClr val="04617B"/>
                </a:solidFill>
                <a:latin typeface="Calibri"/>
              </a:rPr>
              <a:t>Unidades de medida</a:t>
            </a:r>
            <a:endParaRPr lang="es-ES" sz="4000" b="0" strike="noStrike" spc="-1">
              <a:solidFill>
                <a:srgbClr val="000000"/>
              </a:solidFill>
              <a:latin typeface="Constantia"/>
            </a:endParaRPr>
          </a:p>
        </p:txBody>
      </p:sp>
      <p:sp>
        <p:nvSpPr>
          <p:cNvPr id="122" name="PlaceHolder 2"/>
          <p:cNvSpPr>
            <a:spLocks noGrp="1"/>
          </p:cNvSpPr>
          <p:nvPr>
            <p:ph/>
          </p:nvPr>
        </p:nvSpPr>
        <p:spPr>
          <a:xfrm>
            <a:off x="467640" y="1556640"/>
            <a:ext cx="7920360" cy="4968360"/>
          </a:xfrm>
          <a:prstGeom prst="rect">
            <a:avLst/>
          </a:prstGeom>
          <a:noFill/>
          <a:ln w="0">
            <a:noFill/>
          </a:ln>
        </p:spPr>
        <p:txBody>
          <a:bodyPr lIns="90000" tIns="45000" rIns="90000" bIns="45000" anchor="t">
            <a:noAutofit/>
          </a:bodyPr>
          <a:lstStyle/>
          <a:p>
            <a:pPr>
              <a:lnSpc>
                <a:spcPct val="120000"/>
              </a:lnSpc>
              <a:spcAft>
                <a:spcPts val="601"/>
              </a:spcAft>
              <a:buNone/>
              <a:tabLst>
                <a:tab pos="0" algn="l"/>
              </a:tabLst>
            </a:pPr>
            <a:r>
              <a:rPr lang="es-ES" sz="2400" b="1" strike="noStrike" spc="-1" dirty="0">
                <a:solidFill>
                  <a:srgbClr val="000000"/>
                </a:solidFill>
                <a:latin typeface="Calibri"/>
              </a:rPr>
              <a:t>Recomendaciones</a:t>
            </a:r>
            <a:endParaRPr lang="es-ES" sz="2400" b="0" strike="noStrike" spc="-1" dirty="0">
              <a:solidFill>
                <a:srgbClr val="000000"/>
              </a:solidFill>
              <a:latin typeface="Constantia"/>
            </a:endParaRPr>
          </a:p>
          <a:p>
            <a:pPr marL="630720" lvl="1" indent="-264960">
              <a:lnSpc>
                <a:spcPct val="100000"/>
              </a:lnSpc>
              <a:spcAft>
                <a:spcPts val="601"/>
              </a:spcAft>
              <a:buClr>
                <a:srgbClr val="0B5394"/>
              </a:buClr>
              <a:buSzPct val="85000"/>
              <a:buFont typeface="Wingdings 2" charset="2"/>
              <a:buChar char=""/>
              <a:tabLst>
                <a:tab pos="0" algn="l"/>
              </a:tabLst>
            </a:pPr>
            <a:r>
              <a:rPr lang="es-ES" sz="2400" b="0" strike="noStrike" spc="-1" dirty="0">
                <a:solidFill>
                  <a:srgbClr val="000000"/>
                </a:solidFill>
                <a:latin typeface="Calibri"/>
              </a:rPr>
              <a:t>En general, se recomienda el uso de medidas relativas siempre que sea posible ya que:</a:t>
            </a:r>
            <a:endParaRPr lang="es-ES" sz="2400" b="0" strike="noStrike" spc="-1" dirty="0">
              <a:solidFill>
                <a:srgbClr val="000000"/>
              </a:solidFill>
              <a:latin typeface="Constantia"/>
            </a:endParaRPr>
          </a:p>
          <a:p>
            <a:pPr marL="925920" lvl="2" indent="-285840">
              <a:lnSpc>
                <a:spcPct val="100000"/>
              </a:lnSpc>
              <a:spcAft>
                <a:spcPts val="601"/>
              </a:spcAft>
              <a:buClr>
                <a:srgbClr val="0B5394"/>
              </a:buClr>
              <a:buSzPct val="70000"/>
              <a:buFont typeface="Wingdings" charset="2"/>
              <a:buChar char=""/>
              <a:tabLst>
                <a:tab pos="0" algn="l"/>
              </a:tabLst>
            </a:pPr>
            <a:r>
              <a:rPr lang="es-ES" sz="2400" b="0" strike="noStrike" spc="-1" dirty="0">
                <a:solidFill>
                  <a:srgbClr val="000000"/>
                </a:solidFill>
                <a:latin typeface="Calibri"/>
              </a:rPr>
              <a:t>Mejora la </a:t>
            </a:r>
            <a:r>
              <a:rPr lang="es-ES" sz="2400" b="1" strike="noStrike" spc="-1" dirty="0">
                <a:solidFill>
                  <a:srgbClr val="000000"/>
                </a:solidFill>
                <a:latin typeface="Calibri"/>
              </a:rPr>
              <a:t>accesibilidad</a:t>
            </a:r>
            <a:r>
              <a:rPr lang="es-ES" sz="2400" b="0" strike="noStrike" spc="-1" dirty="0">
                <a:solidFill>
                  <a:srgbClr val="000000"/>
                </a:solidFill>
                <a:latin typeface="Calibri"/>
              </a:rPr>
              <a:t> de la página</a:t>
            </a:r>
            <a:endParaRPr lang="es-ES" sz="2400" b="0" strike="noStrike" spc="-1" dirty="0">
              <a:solidFill>
                <a:srgbClr val="000000"/>
              </a:solidFill>
              <a:latin typeface="Constantia"/>
            </a:endParaRPr>
          </a:p>
          <a:p>
            <a:pPr marL="925920" lvl="2" indent="-285840">
              <a:lnSpc>
                <a:spcPct val="100000"/>
              </a:lnSpc>
              <a:spcAft>
                <a:spcPts val="1199"/>
              </a:spcAft>
              <a:buClr>
                <a:srgbClr val="0B5394"/>
              </a:buClr>
              <a:buSzPct val="70000"/>
              <a:buFont typeface="Wingdings" charset="2"/>
              <a:buChar char=""/>
              <a:tabLst>
                <a:tab pos="0" algn="l"/>
              </a:tabLst>
            </a:pPr>
            <a:r>
              <a:rPr lang="es-ES" sz="2400" b="0" strike="noStrike" spc="-1" dirty="0">
                <a:solidFill>
                  <a:srgbClr val="000000"/>
                </a:solidFill>
                <a:latin typeface="Calibri"/>
              </a:rPr>
              <a:t>Permite que los documentos se </a:t>
            </a:r>
            <a:r>
              <a:rPr lang="es-ES" sz="2400" b="1" strike="noStrike" spc="-1" dirty="0">
                <a:solidFill>
                  <a:srgbClr val="000000"/>
                </a:solidFill>
                <a:latin typeface="Calibri"/>
              </a:rPr>
              <a:t>adapten</a:t>
            </a:r>
            <a:r>
              <a:rPr lang="es-ES" sz="2400" b="0" strike="noStrike" spc="-1" dirty="0">
                <a:solidFill>
                  <a:srgbClr val="000000"/>
                </a:solidFill>
                <a:latin typeface="Calibri"/>
              </a:rPr>
              <a:t> a cualquier dispositivo</a:t>
            </a:r>
            <a:r>
              <a:rPr lang="es-ES" sz="2400" b="0" strike="noStrike" spc="-1" dirty="0" smtClean="0">
                <a:solidFill>
                  <a:srgbClr val="000000"/>
                </a:solidFill>
                <a:latin typeface="Calibri"/>
              </a:rPr>
              <a:t>.</a:t>
            </a:r>
          </a:p>
          <a:p>
            <a:endParaRPr lang="es-ES" sz="2400" b="0" strike="noStrike" spc="-1" dirty="0">
              <a:solidFill>
                <a:srgbClr val="000000"/>
              </a:solidFill>
              <a:latin typeface="Constantia"/>
            </a:endParaRPr>
          </a:p>
        </p:txBody>
      </p:sp>
      <p:sp>
        <p:nvSpPr>
          <p:cNvPr id="4" name="PlaceHolder 3"/>
          <p:cNvSpPr>
            <a:spLocks noGrp="1"/>
          </p:cNvSpPr>
          <p:nvPr>
            <p:ph type="sldNum" idx="6"/>
          </p:nvPr>
        </p:nvSpPr>
        <p:spPr/>
        <p:txBody>
          <a:bodyPr/>
          <a:lstStyle/>
          <a:p>
            <a:fld id="{6E8910A0-E6CA-4716-B6D7-819A7C5DFE3E}" type="slidenum">
              <a:t>10</a:t>
            </a:f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60640"/>
            <a:ext cx="8506800" cy="1142640"/>
          </a:xfrm>
          <a:prstGeom prst="rect">
            <a:avLst/>
          </a:prstGeom>
          <a:noFill/>
          <a:ln w="0">
            <a:noFill/>
          </a:ln>
        </p:spPr>
        <p:txBody>
          <a:bodyPr lIns="0" tIns="45000" rIns="0" bIns="0" anchor="b">
            <a:normAutofit/>
          </a:bodyPr>
          <a:lstStyle/>
          <a:p>
            <a:pPr>
              <a:lnSpc>
                <a:spcPct val="100000"/>
              </a:lnSpc>
            </a:pPr>
            <a:r>
              <a:rPr lang="es-ES" sz="4000" spc="-1" dirty="0">
                <a:solidFill>
                  <a:srgbClr val="000000"/>
                </a:solidFill>
                <a:latin typeface="Constantia"/>
              </a:rPr>
              <a:t>Variables </a:t>
            </a:r>
            <a:r>
              <a:rPr lang="es-ES" sz="4000" spc="-1" dirty="0" smtClean="0">
                <a:solidFill>
                  <a:srgbClr val="000000"/>
                </a:solidFill>
                <a:latin typeface="Constantia"/>
              </a:rPr>
              <a:t>CSS</a:t>
            </a:r>
            <a:endParaRPr lang="es-ES" sz="4000" b="0" strike="noStrike" spc="-1" dirty="0">
              <a:solidFill>
                <a:srgbClr val="000000"/>
              </a:solidFill>
              <a:latin typeface="Constantia"/>
            </a:endParaRPr>
          </a:p>
        </p:txBody>
      </p:sp>
      <p:sp>
        <p:nvSpPr>
          <p:cNvPr id="124" name="PlaceHolder 2"/>
          <p:cNvSpPr>
            <a:spLocks noGrp="1"/>
          </p:cNvSpPr>
          <p:nvPr>
            <p:ph/>
          </p:nvPr>
        </p:nvSpPr>
        <p:spPr>
          <a:xfrm>
            <a:off x="395640" y="1484640"/>
            <a:ext cx="8496720" cy="4968360"/>
          </a:xfrm>
          <a:prstGeom prst="rect">
            <a:avLst/>
          </a:prstGeom>
          <a:noFill/>
          <a:ln w="0">
            <a:noFill/>
          </a:ln>
        </p:spPr>
        <p:txBody>
          <a:bodyPr lIns="90000" tIns="45000" rIns="90000" bIns="45000" anchor="t">
            <a:noAutofit/>
          </a:bodyPr>
          <a:lstStyle/>
          <a:p>
            <a:pPr marL="813600" lvl="3" indent="-264960" algn="just">
              <a:lnSpc>
                <a:spcPct val="100000"/>
              </a:lnSpc>
              <a:spcAft>
                <a:spcPts val="601"/>
              </a:spcAft>
              <a:buClr>
                <a:srgbClr val="0B5394"/>
              </a:buClr>
              <a:buSzPct val="95000"/>
              <a:buFont typeface="Wingdings 2" charset="2"/>
              <a:buChar char=""/>
            </a:pPr>
            <a:r>
              <a:rPr lang="es-ES" sz="2000" spc="-1" dirty="0">
                <a:solidFill>
                  <a:srgbClr val="000000"/>
                </a:solidFill>
                <a:latin typeface="Calibri"/>
              </a:rPr>
              <a:t>Valores reutilizables en toda la hoja de estilos.</a:t>
            </a:r>
            <a:endParaRPr lang="es-ES" sz="2000" b="0" strike="noStrike" spc="-1" dirty="0">
              <a:solidFill>
                <a:srgbClr val="000000"/>
              </a:solidFill>
              <a:latin typeface="Constantia"/>
            </a:endParaRPr>
          </a:p>
          <a:p>
            <a:endParaRPr lang="es-ES" sz="2000" b="0" strike="noStrike" spc="-1" dirty="0">
              <a:solidFill>
                <a:srgbClr val="000000"/>
              </a:solidFill>
              <a:latin typeface="Constantia"/>
            </a:endParaRPr>
          </a:p>
          <a:p>
            <a:endParaRPr lang="es-ES" sz="2000" b="0" strike="noStrike" spc="-1" dirty="0">
              <a:solidFill>
                <a:srgbClr val="000000"/>
              </a:solidFill>
              <a:latin typeface="Constantia"/>
            </a:endParaRPr>
          </a:p>
          <a:p>
            <a:endParaRPr lang="es-ES" sz="2000" b="0" strike="noStrike" spc="-1" dirty="0">
              <a:solidFill>
                <a:srgbClr val="000000"/>
              </a:solidFill>
              <a:latin typeface="Constantia"/>
            </a:endParaRPr>
          </a:p>
          <a:p>
            <a:endParaRPr lang="es-ES" sz="2000" b="0" strike="noStrike" spc="-1" dirty="0">
              <a:solidFill>
                <a:srgbClr val="000000"/>
              </a:solidFill>
              <a:latin typeface="Constantia"/>
            </a:endParaRPr>
          </a:p>
          <a:p>
            <a:endParaRPr lang="es-ES" sz="2000" b="0" strike="noStrike" spc="-1" dirty="0">
              <a:solidFill>
                <a:srgbClr val="000000"/>
              </a:solidFill>
              <a:latin typeface="Constantia"/>
            </a:endParaRPr>
          </a:p>
          <a:p>
            <a:endParaRPr lang="es-ES" sz="2000" b="0" strike="noStrike" spc="-1" dirty="0">
              <a:solidFill>
                <a:srgbClr val="000000"/>
              </a:solidFill>
              <a:latin typeface="Constantia"/>
            </a:endParaRPr>
          </a:p>
          <a:p>
            <a:pPr marL="813600" lvl="3" indent="-264960" algn="just">
              <a:lnSpc>
                <a:spcPct val="100000"/>
              </a:lnSpc>
              <a:spcAft>
                <a:spcPts val="601"/>
              </a:spcAft>
              <a:buClr>
                <a:srgbClr val="0B5394"/>
              </a:buClr>
              <a:buSzPct val="95000"/>
              <a:buFont typeface="Wingdings 2" charset="2"/>
              <a:buChar char=""/>
            </a:pPr>
            <a:endParaRPr lang="es-ES" sz="2000" spc="-1" dirty="0" smtClean="0">
              <a:solidFill>
                <a:srgbClr val="000000"/>
              </a:solidFill>
              <a:latin typeface="Calibri"/>
            </a:endParaRPr>
          </a:p>
          <a:p>
            <a:pPr marL="813600" lvl="3" indent="-264960" algn="just">
              <a:lnSpc>
                <a:spcPct val="100000"/>
              </a:lnSpc>
              <a:spcAft>
                <a:spcPts val="601"/>
              </a:spcAft>
              <a:buClr>
                <a:srgbClr val="0B5394"/>
              </a:buClr>
              <a:buSzPct val="95000"/>
              <a:buFont typeface="Wingdings 2" charset="2"/>
              <a:buChar char=""/>
            </a:pPr>
            <a:r>
              <a:rPr lang="es-ES" sz="2000" spc="-1" dirty="0">
                <a:solidFill>
                  <a:srgbClr val="000000"/>
                </a:solidFill>
                <a:latin typeface="Calibri"/>
              </a:rPr>
              <a:t>Define en </a:t>
            </a:r>
            <a:r>
              <a:rPr lang="es-ES" sz="2000" b="1" spc="-1" dirty="0">
                <a:solidFill>
                  <a:srgbClr val="000000"/>
                </a:solidFill>
                <a:latin typeface="Calibri"/>
              </a:rPr>
              <a:t>:</a:t>
            </a:r>
            <a:r>
              <a:rPr lang="es-ES" sz="2000" b="1" spc="-1" dirty="0" err="1">
                <a:solidFill>
                  <a:srgbClr val="000000"/>
                </a:solidFill>
                <a:latin typeface="Calibri"/>
              </a:rPr>
              <a:t>root</a:t>
            </a:r>
            <a:r>
              <a:rPr lang="es-ES" sz="2000" b="1" spc="-1" dirty="0">
                <a:solidFill>
                  <a:srgbClr val="000000"/>
                </a:solidFill>
                <a:latin typeface="Calibri"/>
              </a:rPr>
              <a:t> </a:t>
            </a:r>
            <a:r>
              <a:rPr lang="es-ES" sz="2000" spc="-1" dirty="0">
                <a:solidFill>
                  <a:srgbClr val="000000"/>
                </a:solidFill>
                <a:latin typeface="Calibri"/>
              </a:rPr>
              <a:t>y usa </a:t>
            </a:r>
            <a:r>
              <a:rPr lang="es-ES" sz="2000" spc="-1" dirty="0" smtClean="0">
                <a:solidFill>
                  <a:srgbClr val="000000"/>
                </a:solidFill>
                <a:latin typeface="Calibri"/>
              </a:rPr>
              <a:t>con </a:t>
            </a:r>
            <a:r>
              <a:rPr lang="es-ES" sz="2000" b="1" spc="-1" dirty="0" err="1" smtClean="0">
                <a:solidFill>
                  <a:srgbClr val="000000"/>
                </a:solidFill>
                <a:latin typeface="Calibri"/>
              </a:rPr>
              <a:t>var</a:t>
            </a:r>
            <a:r>
              <a:rPr lang="es-ES" sz="2000" b="1" spc="-1" dirty="0" smtClean="0">
                <a:solidFill>
                  <a:srgbClr val="000000"/>
                </a:solidFill>
                <a:latin typeface="Calibri"/>
              </a:rPr>
              <a:t>()</a:t>
            </a:r>
            <a:r>
              <a:rPr lang="es-ES" sz="2000" spc="-1" dirty="0" smtClean="0">
                <a:solidFill>
                  <a:srgbClr val="000000"/>
                </a:solidFill>
                <a:latin typeface="Calibri"/>
              </a:rPr>
              <a:t>.</a:t>
            </a:r>
            <a:endParaRPr lang="es-ES" sz="2000" spc="-1" dirty="0">
              <a:solidFill>
                <a:srgbClr val="000000"/>
              </a:solidFill>
              <a:latin typeface="Constantia"/>
            </a:endParaRPr>
          </a:p>
        </p:txBody>
      </p:sp>
      <p:sp>
        <p:nvSpPr>
          <p:cNvPr id="125" name="Text Box 4"/>
          <p:cNvSpPr/>
          <p:nvPr/>
        </p:nvSpPr>
        <p:spPr>
          <a:xfrm>
            <a:off x="1154880" y="2191149"/>
            <a:ext cx="6978240" cy="829543"/>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nchor="t">
            <a:spAutoFit/>
          </a:bodyPr>
          <a:lstStyle/>
          <a:p>
            <a:pPr marL="266760" indent="-266760">
              <a:lnSpc>
                <a:spcPct val="100000"/>
              </a:lnSpc>
              <a:buNone/>
              <a:tabLst>
                <a:tab pos="0" algn="l"/>
              </a:tabLst>
            </a:pPr>
            <a:r>
              <a:rPr lang="en-US" sz="1200" spc="-1" dirty="0">
                <a:solidFill>
                  <a:srgbClr val="000000"/>
                </a:solidFill>
                <a:latin typeface="Courier New"/>
              </a:rPr>
              <a:t>:root {  </a:t>
            </a:r>
            <a:endParaRPr lang="en-US" sz="1200" spc="-1" dirty="0" smtClean="0">
              <a:solidFill>
                <a:srgbClr val="000000"/>
              </a:solidFill>
              <a:latin typeface="Courier New"/>
            </a:endParaRPr>
          </a:p>
          <a:p>
            <a:pPr marL="266760" indent="-266760">
              <a:lnSpc>
                <a:spcPct val="100000"/>
              </a:lnSpc>
              <a:buNone/>
              <a:tabLst>
                <a:tab pos="0" algn="l"/>
              </a:tabLst>
            </a:pPr>
            <a:r>
              <a:rPr lang="en-US" sz="1200" spc="-1" dirty="0" smtClean="0">
                <a:solidFill>
                  <a:srgbClr val="000000"/>
                </a:solidFill>
                <a:latin typeface="Courier New"/>
              </a:rPr>
              <a:t>	    --</a:t>
            </a:r>
            <a:r>
              <a:rPr lang="en-US" sz="1200" spc="-1" dirty="0">
                <a:solidFill>
                  <a:srgbClr val="000000"/>
                </a:solidFill>
                <a:latin typeface="Courier New"/>
              </a:rPr>
              <a:t>color-principal: #2563eb;  </a:t>
            </a:r>
            <a:endParaRPr lang="en-US" sz="1200" spc="-1" dirty="0" smtClean="0">
              <a:solidFill>
                <a:srgbClr val="000000"/>
              </a:solidFill>
              <a:latin typeface="Courier New"/>
            </a:endParaRPr>
          </a:p>
          <a:p>
            <a:pPr marL="266760" indent="-266760">
              <a:lnSpc>
                <a:spcPct val="100000"/>
              </a:lnSpc>
              <a:buNone/>
              <a:tabLst>
                <a:tab pos="0" algn="l"/>
              </a:tabLst>
            </a:pPr>
            <a:r>
              <a:rPr lang="en-US" sz="1200" spc="-1" dirty="0" smtClean="0">
                <a:solidFill>
                  <a:srgbClr val="000000"/>
                </a:solidFill>
                <a:latin typeface="Courier New"/>
              </a:rPr>
              <a:t>    --</a:t>
            </a:r>
            <a:r>
              <a:rPr lang="en-US" sz="1200" spc="-1" dirty="0" err="1">
                <a:solidFill>
                  <a:srgbClr val="000000"/>
                </a:solidFill>
                <a:latin typeface="Courier New"/>
              </a:rPr>
              <a:t>espaciado</a:t>
            </a:r>
            <a:r>
              <a:rPr lang="en-US" sz="1200" spc="-1" dirty="0">
                <a:solidFill>
                  <a:srgbClr val="000000"/>
                </a:solidFill>
                <a:latin typeface="Courier New"/>
              </a:rPr>
              <a:t>: 1rem</a:t>
            </a:r>
            <a:r>
              <a:rPr lang="en-US" sz="1200" spc="-1" dirty="0" smtClean="0">
                <a:solidFill>
                  <a:srgbClr val="000000"/>
                </a:solidFill>
                <a:latin typeface="Courier New"/>
              </a:rPr>
              <a:t>;</a:t>
            </a:r>
          </a:p>
          <a:p>
            <a:pPr marL="266760" indent="-266760">
              <a:lnSpc>
                <a:spcPct val="100000"/>
              </a:lnSpc>
              <a:buNone/>
              <a:tabLst>
                <a:tab pos="0" algn="l"/>
              </a:tabLst>
            </a:pPr>
            <a:r>
              <a:rPr lang="en-US" sz="1200" spc="-1" dirty="0" smtClean="0">
                <a:solidFill>
                  <a:srgbClr val="000000"/>
                </a:solidFill>
                <a:latin typeface="Courier New"/>
              </a:rPr>
              <a:t>}</a:t>
            </a:r>
            <a:endParaRPr lang="es-ES" sz="1200" b="0" strike="noStrike" spc="-1" dirty="0">
              <a:latin typeface="Arial"/>
            </a:endParaRPr>
          </a:p>
        </p:txBody>
      </p:sp>
      <p:sp>
        <p:nvSpPr>
          <p:cNvPr id="4" name="PlaceHolder 3"/>
          <p:cNvSpPr>
            <a:spLocks noGrp="1"/>
          </p:cNvSpPr>
          <p:nvPr>
            <p:ph type="sldNum" idx="6"/>
          </p:nvPr>
        </p:nvSpPr>
        <p:spPr/>
        <p:txBody>
          <a:bodyPr/>
          <a:lstStyle/>
          <a:p>
            <a:fld id="{DB776BAE-F784-435D-9022-72601C37F813}" type="slidenum">
              <a:t>11</a:t>
            </a:fld>
            <a:endParaRPr/>
          </a:p>
        </p:txBody>
      </p:sp>
      <p:sp>
        <p:nvSpPr>
          <p:cNvPr id="6" name="Text Box 4"/>
          <p:cNvSpPr/>
          <p:nvPr/>
        </p:nvSpPr>
        <p:spPr>
          <a:xfrm>
            <a:off x="1154880" y="3492531"/>
            <a:ext cx="6978240" cy="829543"/>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tIns="45000" rIns="90000" bIns="45000" anchor="t">
            <a:spAutoFit/>
          </a:bodyPr>
          <a:lstStyle/>
          <a:p>
            <a:pPr marL="266760" indent="-266760">
              <a:lnSpc>
                <a:spcPct val="100000"/>
              </a:lnSpc>
              <a:buNone/>
              <a:tabLst>
                <a:tab pos="0" algn="l"/>
              </a:tabLst>
            </a:pPr>
            <a:r>
              <a:rPr lang="en-US" sz="1200" spc="-1" dirty="0">
                <a:solidFill>
                  <a:srgbClr val="000000"/>
                </a:solidFill>
                <a:latin typeface="Courier New"/>
              </a:rPr>
              <a:t>button {  </a:t>
            </a:r>
            <a:endParaRPr lang="en-US" sz="1200" spc="-1" dirty="0" smtClean="0">
              <a:solidFill>
                <a:srgbClr val="000000"/>
              </a:solidFill>
              <a:latin typeface="Courier New"/>
            </a:endParaRPr>
          </a:p>
          <a:p>
            <a:pPr marL="266760" indent="-266760">
              <a:lnSpc>
                <a:spcPct val="100000"/>
              </a:lnSpc>
              <a:buNone/>
              <a:tabLst>
                <a:tab pos="0" algn="l"/>
              </a:tabLst>
            </a:pPr>
            <a:r>
              <a:rPr lang="en-US" sz="1200" spc="-1" dirty="0" smtClean="0">
                <a:solidFill>
                  <a:srgbClr val="000000"/>
                </a:solidFill>
                <a:latin typeface="Courier New"/>
              </a:rPr>
              <a:t>   background</a:t>
            </a:r>
            <a:r>
              <a:rPr lang="en-US" sz="1200" spc="-1" dirty="0">
                <a:solidFill>
                  <a:srgbClr val="000000"/>
                </a:solidFill>
                <a:latin typeface="Courier New"/>
              </a:rPr>
              <a:t>: </a:t>
            </a:r>
            <a:r>
              <a:rPr lang="en-US" sz="1200" spc="-1" dirty="0" err="1">
                <a:solidFill>
                  <a:srgbClr val="000000"/>
                </a:solidFill>
                <a:latin typeface="Courier New"/>
              </a:rPr>
              <a:t>var</a:t>
            </a:r>
            <a:r>
              <a:rPr lang="en-US" sz="1200" spc="-1" dirty="0">
                <a:solidFill>
                  <a:srgbClr val="000000"/>
                </a:solidFill>
                <a:latin typeface="Courier New"/>
              </a:rPr>
              <a:t>(--color-principal);  </a:t>
            </a:r>
            <a:endParaRPr lang="en-US" sz="1200" spc="-1" dirty="0" smtClean="0">
              <a:solidFill>
                <a:srgbClr val="000000"/>
              </a:solidFill>
              <a:latin typeface="Courier New"/>
            </a:endParaRPr>
          </a:p>
          <a:p>
            <a:pPr marL="266760" indent="-266760">
              <a:lnSpc>
                <a:spcPct val="100000"/>
              </a:lnSpc>
              <a:buNone/>
              <a:tabLst>
                <a:tab pos="0" algn="l"/>
              </a:tabLst>
            </a:pPr>
            <a:r>
              <a:rPr lang="en-US" sz="1200" spc="-1" dirty="0" smtClean="0">
                <a:solidFill>
                  <a:srgbClr val="000000"/>
                </a:solidFill>
                <a:latin typeface="Courier New"/>
              </a:rPr>
              <a:t>   padding</a:t>
            </a:r>
            <a:r>
              <a:rPr lang="en-US" sz="1200" spc="-1" dirty="0">
                <a:solidFill>
                  <a:srgbClr val="000000"/>
                </a:solidFill>
                <a:latin typeface="Courier New"/>
              </a:rPr>
              <a:t>: </a:t>
            </a:r>
            <a:r>
              <a:rPr lang="en-US" sz="1200" spc="-1" dirty="0" err="1">
                <a:solidFill>
                  <a:srgbClr val="000000"/>
                </a:solidFill>
                <a:latin typeface="Courier New"/>
              </a:rPr>
              <a:t>var</a:t>
            </a:r>
            <a:r>
              <a:rPr lang="en-US" sz="1200" spc="-1" dirty="0">
                <a:solidFill>
                  <a:srgbClr val="000000"/>
                </a:solidFill>
                <a:latin typeface="Courier New"/>
              </a:rPr>
              <a:t>(--</a:t>
            </a:r>
            <a:r>
              <a:rPr lang="en-US" sz="1200" spc="-1" dirty="0" err="1">
                <a:solidFill>
                  <a:srgbClr val="000000"/>
                </a:solidFill>
                <a:latin typeface="Courier New"/>
              </a:rPr>
              <a:t>espaciado</a:t>
            </a:r>
            <a:r>
              <a:rPr lang="en-US" sz="1200" spc="-1" dirty="0" smtClean="0">
                <a:solidFill>
                  <a:srgbClr val="000000"/>
                </a:solidFill>
                <a:latin typeface="Courier New"/>
              </a:rPr>
              <a:t>);</a:t>
            </a:r>
          </a:p>
          <a:p>
            <a:pPr marL="266760" indent="-266760">
              <a:lnSpc>
                <a:spcPct val="100000"/>
              </a:lnSpc>
              <a:buNone/>
              <a:tabLst>
                <a:tab pos="0" algn="l"/>
              </a:tabLst>
            </a:pPr>
            <a:r>
              <a:rPr lang="en-US" sz="1200" spc="-1" dirty="0" smtClean="0">
                <a:solidFill>
                  <a:srgbClr val="000000"/>
                </a:solidFill>
                <a:latin typeface="Courier New"/>
              </a:rPr>
              <a:t>}</a:t>
            </a:r>
            <a:endParaRPr lang="es-ES" sz="12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49050</TotalTime>
  <Words>896</Words>
  <Application>Microsoft Office PowerPoint</Application>
  <PresentationFormat>Presentación en pantalla (4:3)</PresentationFormat>
  <Paragraphs>125</Paragraphs>
  <Slides>11</Slides>
  <Notes>1</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11</vt:i4>
      </vt:variant>
    </vt:vector>
  </HeadingPairs>
  <TitlesOfParts>
    <vt:vector size="21" baseType="lpstr">
      <vt:lpstr>Arial</vt:lpstr>
      <vt:lpstr>Calibri</vt:lpstr>
      <vt:lpstr>Constantia</vt:lpstr>
      <vt:lpstr>Courier New</vt:lpstr>
      <vt:lpstr>DejaVu Sans</vt:lpstr>
      <vt:lpstr>Times New Roman</vt:lpstr>
      <vt:lpstr>Wingdings</vt:lpstr>
      <vt:lpstr>Wingdings 2</vt:lpstr>
      <vt:lpstr>Office Theme</vt:lpstr>
      <vt:lpstr>Office Theme</vt:lpstr>
      <vt:lpstr>CSS – UNIDADES DE MEDIDA</vt:lpstr>
      <vt:lpstr>Unidades de medida</vt:lpstr>
      <vt:lpstr>Unidades de medida</vt:lpstr>
      <vt:lpstr>Unidades de medida</vt:lpstr>
      <vt:lpstr>Unidades de medida</vt:lpstr>
      <vt:lpstr>Unidades de medida</vt:lpstr>
      <vt:lpstr>Unidades de medida</vt:lpstr>
      <vt:lpstr>Unidades de medida</vt:lpstr>
      <vt:lpstr>Unidades de medida</vt:lpstr>
      <vt:lpstr>Unidades de medida</vt:lpstr>
      <vt:lpstr>Variables CSS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subject/>
  <dc:creator>Ainara Montoya</dc:creator>
  <dc:description/>
  <cp:lastModifiedBy>Coque</cp:lastModifiedBy>
  <cp:revision>1595</cp:revision>
  <cp:lastPrinted>2015-09-21T12:13:15Z</cp:lastPrinted>
  <dcterms:created xsi:type="dcterms:W3CDTF">2012-04-05T17:12:23Z</dcterms:created>
  <dcterms:modified xsi:type="dcterms:W3CDTF">2026-09-23T06:10:32Z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Presentación en pantalla (4:3)</vt:lpwstr>
  </property>
  <property fmtid="{D5CDD505-2E9C-101B-9397-08002B2CF9AE}" pid="4" name="Slides">
    <vt:i4>10</vt:i4>
  </property>
</Properties>
</file>